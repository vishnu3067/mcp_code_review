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 id="2147483715" r:id="rId6"/>
  </p:sldMasterIdLst>
  <p:notesMasterIdLst>
    <p:notesMasterId r:id="rId24"/>
  </p:notesMasterIdLst>
  <p:handoutMasterIdLst>
    <p:handoutMasterId r:id="rId25"/>
  </p:handoutMasterIdLst>
  <p:sldIdLst>
    <p:sldId id="256" r:id="rId7"/>
    <p:sldId id="2146846996" r:id="rId8"/>
    <p:sldId id="2146846832" r:id="rId9"/>
    <p:sldId id="259" r:id="rId10"/>
    <p:sldId id="260" r:id="rId11"/>
    <p:sldId id="261" r:id="rId12"/>
    <p:sldId id="262" r:id="rId13"/>
    <p:sldId id="263" r:id="rId14"/>
    <p:sldId id="264" r:id="rId15"/>
    <p:sldId id="265" r:id="rId16"/>
    <p:sldId id="266" r:id="rId17"/>
    <p:sldId id="267" r:id="rId18"/>
    <p:sldId id="268" r:id="rId19"/>
    <p:sldId id="2146846998" r:id="rId20"/>
    <p:sldId id="257" r:id="rId21"/>
    <p:sldId id="3324" r:id="rId22"/>
    <p:sldId id="2146846997" r:id="rId23"/>
  </p:sldIdLst>
  <p:sldSz cx="12192000" cy="6858000"/>
  <p:notesSz cx="6797675" cy="9926638"/>
  <p:embeddedFontLst>
    <p:embeddedFont>
      <p:font typeface="Futura Medium" panose="00000800000000000000"/>
      <p:regular r:id="rId26"/>
      <p:bold r:id="rId27"/>
      <p:italic r:id="rId28"/>
      <p:boldItalic r:id="rId29"/>
    </p:embeddedFont>
    <p:embeddedFont>
      <p:font typeface="ShellBold" panose="00000800000000000000" pitchFamily="2" charset="0"/>
      <p:bold r:id="rId30"/>
    </p:embeddedFont>
    <p:embeddedFont>
      <p:font typeface="ShellBook" panose="00000500000000000000" pitchFamily="2" charset="0"/>
      <p:regular r:id="rId31"/>
    </p:embeddedFont>
    <p:embeddedFont>
      <p:font typeface="ShellBookItalic" panose="00000500000000000000" pitchFamily="2" charset="0"/>
      <p:regular r:id="rId32"/>
    </p:embeddedFont>
    <p:embeddedFont>
      <p:font typeface="ShellHeavy" panose="00000700000000000000" pitchFamily="2" charset="0"/>
      <p:regular r:id="rId33"/>
      <p:bold r:id="rId34"/>
    </p:embeddedFont>
    <p:embeddedFont>
      <p:font typeface="ShellLight" panose="00000400000000000000" pitchFamily="2" charset="0"/>
      <p:regular r:id="rId35"/>
    </p:embeddedFont>
    <p:embeddedFont>
      <p:font typeface="ShellMedium" panose="00000600000000000000" pitchFamily="2" charset="0"/>
      <p:regular r:id="rId36"/>
    </p:embeddedFont>
  </p:embeddedFont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7D8E18D-88E3-49BA-BA18-7BC853B0EE27}">
          <p14:sldIdLst>
            <p14:sldId id="256"/>
            <p14:sldId id="2146846996"/>
            <p14:sldId id="2146846832"/>
            <p14:sldId id="259"/>
            <p14:sldId id="260"/>
            <p14:sldId id="261"/>
            <p14:sldId id="262"/>
            <p14:sldId id="263"/>
            <p14:sldId id="264"/>
            <p14:sldId id="265"/>
            <p14:sldId id="266"/>
            <p14:sldId id="267"/>
            <p14:sldId id="268"/>
            <p14:sldId id="2146846998"/>
            <p14:sldId id="257"/>
            <p14:sldId id="3324"/>
            <p14:sldId id="2146846997"/>
          </p14:sldIdLst>
        </p14:section>
      </p14:sectionLst>
    </p:ext>
    <p:ext uri="{EFAFB233-063F-42B5-8137-9DF3F51BA10A}">
      <p15:sldGuideLst xmlns:p15="http://schemas.microsoft.com/office/powerpoint/2012/main">
        <p15:guide id="1" pos="824" userDrawn="1">
          <p15:clr>
            <a:srgbClr val="A4A3A4"/>
          </p15:clr>
        </p15:guide>
        <p15:guide id="2" orient="horz" pos="4320" userDrawn="1">
          <p15:clr>
            <a:srgbClr val="A4A3A4"/>
          </p15:clr>
        </p15:guide>
        <p15:guide id="3" orient="horz" pos="3339" userDrawn="1">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DBCFA3-FFA8-4061-AF66-52A0E70974A0}" v="61" dt="2026-03-05T18:31:44.7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pos="824"/>
        <p:guide orient="horz" pos="4320"/>
        <p:guide orient="horz" pos="3339"/>
      </p:guideLst>
    </p:cSldViewPr>
  </p:slideViewPr>
  <p:notesTextViewPr>
    <p:cViewPr>
      <p:scale>
        <a:sx n="1" d="1"/>
        <a:sy n="1" d="1"/>
      </p:scale>
      <p:origin x="0" y="0"/>
    </p:cViewPr>
  </p:notesTextViewPr>
  <p:notesViewPr>
    <p:cSldViewPr snapToGrid="0">
      <p:cViewPr>
        <p:scale>
          <a:sx n="1" d="2"/>
          <a:sy n="1" d="2"/>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1.fntdata"/><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font" Target="fonts/font9.fntdata"/><Relationship Id="rId42"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font" Target="fonts/font4.fntdata"/><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6.fntdata"/><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dey, Ayushman SBOBNG-PTIY/AT/EC" userId="a1cebe3a-eb12-4197-b7c0-01a65a0779a9" providerId="ADAL" clId="{59737D90-50DF-4575-8B7B-30D3788D8453}"/>
    <pc:docChg chg="modSld">
      <pc:chgData name="Pandey, Ayushman SBOBNG-PTIY/AT/EC" userId="a1cebe3a-eb12-4197-b7c0-01a65a0779a9" providerId="ADAL" clId="{59737D90-50DF-4575-8B7B-30D3788D8453}" dt="2026-03-06T04:48:34.356" v="2" actId="1076"/>
      <pc:docMkLst>
        <pc:docMk/>
      </pc:docMkLst>
      <pc:sldChg chg="modSp mod">
        <pc:chgData name="Pandey, Ayushman SBOBNG-PTIY/AT/EC" userId="a1cebe3a-eb12-4197-b7c0-01a65a0779a9" providerId="ADAL" clId="{59737D90-50DF-4575-8B7B-30D3788D8453}" dt="2026-03-06T04:48:34.356" v="2" actId="1076"/>
        <pc:sldMkLst>
          <pc:docMk/>
          <pc:sldMk cId="3655928071" sldId="265"/>
        </pc:sldMkLst>
        <pc:spChg chg="mod">
          <ac:chgData name="Pandey, Ayushman SBOBNG-PTIY/AT/EC" userId="a1cebe3a-eb12-4197-b7c0-01a65a0779a9" providerId="ADAL" clId="{59737D90-50DF-4575-8B7B-30D3788D8453}" dt="2026-03-06T04:48:34.356" v="2" actId="1076"/>
          <ac:spMkLst>
            <pc:docMk/>
            <pc:sldMk cId="3655928071" sldId="265"/>
            <ac:spMk id="43" creationId="{0D825328-330B-79DD-33DC-8CF303737525}"/>
          </ac:spMkLst>
        </pc:spChg>
        <pc:spChg chg="mod">
          <ac:chgData name="Pandey, Ayushman SBOBNG-PTIY/AT/EC" userId="a1cebe3a-eb12-4197-b7c0-01a65a0779a9" providerId="ADAL" clId="{59737D90-50DF-4575-8B7B-30D3788D8453}" dt="2026-03-06T04:45:37.676" v="0" actId="1076"/>
          <ac:spMkLst>
            <pc:docMk/>
            <pc:sldMk cId="3655928071" sldId="265"/>
            <ac:spMk id="52" creationId="{CC5B3165-0A46-7D64-9A99-EB2EF649D183}"/>
          </ac:spMkLst>
        </pc:spChg>
      </pc:sldChg>
    </pc:docChg>
  </pc:docChgLst>
  <pc:docChgLst>
    <pc:chgData name="Singh, Suman SBOBNG-PTIY/AT/EC" userId="1c2baf05-9442-437d-aa43-d6579524f253" providerId="ADAL" clId="{570A267C-2FAF-40FB-A40E-E9ECCF981D2B}"/>
    <pc:docChg chg="undo custSel addSld modSld modSection">
      <pc:chgData name="Singh, Suman SBOBNG-PTIY/AT/EC" userId="1c2baf05-9442-437d-aa43-d6579524f253" providerId="ADAL" clId="{570A267C-2FAF-40FB-A40E-E9ECCF981D2B}" dt="2026-03-10T09:29:52.669" v="74" actId="700"/>
      <pc:docMkLst>
        <pc:docMk/>
      </pc:docMkLst>
      <pc:sldChg chg="modSp mod">
        <pc:chgData name="Singh, Suman SBOBNG-PTIY/AT/EC" userId="1c2baf05-9442-437d-aa43-d6579524f253" providerId="ADAL" clId="{570A267C-2FAF-40FB-A40E-E9ECCF981D2B}" dt="2026-03-05T18:30:58.504" v="37" actId="20577"/>
        <pc:sldMkLst>
          <pc:docMk/>
          <pc:sldMk cId="1704449941" sldId="264"/>
        </pc:sldMkLst>
        <pc:spChg chg="mod">
          <ac:chgData name="Singh, Suman SBOBNG-PTIY/AT/EC" userId="1c2baf05-9442-437d-aa43-d6579524f253" providerId="ADAL" clId="{570A267C-2FAF-40FB-A40E-E9ECCF981D2B}" dt="2026-03-05T18:30:49.584" v="20" actId="20577"/>
          <ac:spMkLst>
            <pc:docMk/>
            <pc:sldMk cId="1704449941" sldId="264"/>
            <ac:spMk id="21" creationId="{06517A75-0ED4-5163-2BC8-573C5781530C}"/>
          </ac:spMkLst>
        </pc:spChg>
        <pc:spChg chg="mod">
          <ac:chgData name="Singh, Suman SBOBNG-PTIY/AT/EC" userId="1c2baf05-9442-437d-aa43-d6579524f253" providerId="ADAL" clId="{570A267C-2FAF-40FB-A40E-E9ECCF981D2B}" dt="2026-03-05T18:30:58.504" v="37" actId="20577"/>
          <ac:spMkLst>
            <pc:docMk/>
            <pc:sldMk cId="1704449941" sldId="264"/>
            <ac:spMk id="22" creationId="{82BBD8BC-9602-2BFC-7BB5-8D8A66E6E1F4}"/>
          </ac:spMkLst>
        </pc:spChg>
      </pc:sldChg>
      <pc:sldChg chg="modSp mod">
        <pc:chgData name="Singh, Suman SBOBNG-PTIY/AT/EC" userId="1c2baf05-9442-437d-aa43-d6579524f253" providerId="ADAL" clId="{570A267C-2FAF-40FB-A40E-E9ECCF981D2B}" dt="2026-03-05T18:34:09.617" v="70" actId="255"/>
        <pc:sldMkLst>
          <pc:docMk/>
          <pc:sldMk cId="1537868151" sldId="266"/>
        </pc:sldMkLst>
        <pc:spChg chg="mod">
          <ac:chgData name="Singh, Suman SBOBNG-PTIY/AT/EC" userId="1c2baf05-9442-437d-aa43-d6579524f253" providerId="ADAL" clId="{570A267C-2FAF-40FB-A40E-E9ECCF981D2B}" dt="2026-03-05T18:32:54.335" v="66" actId="1036"/>
          <ac:spMkLst>
            <pc:docMk/>
            <pc:sldMk cId="1537868151" sldId="266"/>
            <ac:spMk id="15" creationId="{19115943-9A7D-56A8-9CE5-F3A59B9DD97B}"/>
          </ac:spMkLst>
        </pc:spChg>
        <pc:spChg chg="mod">
          <ac:chgData name="Singh, Suman SBOBNG-PTIY/AT/EC" userId="1c2baf05-9442-437d-aa43-d6579524f253" providerId="ADAL" clId="{570A267C-2FAF-40FB-A40E-E9ECCF981D2B}" dt="2026-03-05T18:34:09.617" v="70" actId="255"/>
          <ac:spMkLst>
            <pc:docMk/>
            <pc:sldMk cId="1537868151" sldId="266"/>
            <ac:spMk id="18" creationId="{9B9C4A5E-CAAB-28F4-B1BE-094590695D4F}"/>
          </ac:spMkLst>
        </pc:spChg>
        <pc:spChg chg="mod">
          <ac:chgData name="Singh, Suman SBOBNG-PTIY/AT/EC" userId="1c2baf05-9442-437d-aa43-d6579524f253" providerId="ADAL" clId="{570A267C-2FAF-40FB-A40E-E9ECCF981D2B}" dt="2026-03-05T18:32:42.950" v="65" actId="17032"/>
          <ac:spMkLst>
            <pc:docMk/>
            <pc:sldMk cId="1537868151" sldId="266"/>
            <ac:spMk id="19" creationId="{B8858E5A-DDC3-19B6-915C-DB6CB0C72067}"/>
          </ac:spMkLst>
        </pc:spChg>
        <pc:spChg chg="mod">
          <ac:chgData name="Singh, Suman SBOBNG-PTIY/AT/EC" userId="1c2baf05-9442-437d-aa43-d6579524f253" providerId="ADAL" clId="{570A267C-2FAF-40FB-A40E-E9ECCF981D2B}" dt="2026-03-05T18:32:54.335" v="66" actId="1036"/>
          <ac:spMkLst>
            <pc:docMk/>
            <pc:sldMk cId="1537868151" sldId="266"/>
            <ac:spMk id="21" creationId="{E607E92F-08E8-2EBA-ACED-143030F78F81}"/>
          </ac:spMkLst>
        </pc:spChg>
        <pc:spChg chg="mod">
          <ac:chgData name="Singh, Suman SBOBNG-PTIY/AT/EC" userId="1c2baf05-9442-437d-aa43-d6579524f253" providerId="ADAL" clId="{570A267C-2FAF-40FB-A40E-E9ECCF981D2B}" dt="2026-03-05T18:34:09.617" v="70" actId="255"/>
          <ac:spMkLst>
            <pc:docMk/>
            <pc:sldMk cId="1537868151" sldId="266"/>
            <ac:spMk id="22" creationId="{D3C6762A-1D62-C896-08B3-B8914B9938BA}"/>
          </ac:spMkLst>
        </pc:spChg>
        <pc:spChg chg="mod">
          <ac:chgData name="Singh, Suman SBOBNG-PTIY/AT/EC" userId="1c2baf05-9442-437d-aa43-d6579524f253" providerId="ADAL" clId="{570A267C-2FAF-40FB-A40E-E9ECCF981D2B}" dt="2026-03-05T18:33:30.997" v="68" actId="255"/>
          <ac:spMkLst>
            <pc:docMk/>
            <pc:sldMk cId="1537868151" sldId="266"/>
            <ac:spMk id="23" creationId="{8D4A5AB2-136E-6354-BE30-5EA62209003E}"/>
          </ac:spMkLst>
        </pc:spChg>
        <pc:spChg chg="mod">
          <ac:chgData name="Singh, Suman SBOBNG-PTIY/AT/EC" userId="1c2baf05-9442-437d-aa43-d6579524f253" providerId="ADAL" clId="{570A267C-2FAF-40FB-A40E-E9ECCF981D2B}" dt="2026-03-05T18:34:09.617" v="70" actId="255"/>
          <ac:spMkLst>
            <pc:docMk/>
            <pc:sldMk cId="1537868151" sldId="266"/>
            <ac:spMk id="24" creationId="{00789ABA-41CF-279F-F39F-BA0F758E977B}"/>
          </ac:spMkLst>
        </pc:spChg>
        <pc:spChg chg="mod">
          <ac:chgData name="Singh, Suman SBOBNG-PTIY/AT/EC" userId="1c2baf05-9442-437d-aa43-d6579524f253" providerId="ADAL" clId="{570A267C-2FAF-40FB-A40E-E9ECCF981D2B}" dt="2026-03-05T18:33:30.997" v="68" actId="255"/>
          <ac:spMkLst>
            <pc:docMk/>
            <pc:sldMk cId="1537868151" sldId="266"/>
            <ac:spMk id="25" creationId="{0F7E7D7D-D0A4-2561-77CB-AED106D9003C}"/>
          </ac:spMkLst>
        </pc:spChg>
        <pc:spChg chg="mod">
          <ac:chgData name="Singh, Suman SBOBNG-PTIY/AT/EC" userId="1c2baf05-9442-437d-aa43-d6579524f253" providerId="ADAL" clId="{570A267C-2FAF-40FB-A40E-E9ECCF981D2B}" dt="2026-03-05T18:33:30.997" v="68" actId="255"/>
          <ac:spMkLst>
            <pc:docMk/>
            <pc:sldMk cId="1537868151" sldId="266"/>
            <ac:spMk id="27" creationId="{1C21DB4C-3EF4-5D74-0A70-0B099763E0DA}"/>
          </ac:spMkLst>
        </pc:spChg>
        <pc:spChg chg="mod">
          <ac:chgData name="Singh, Suman SBOBNG-PTIY/AT/EC" userId="1c2baf05-9442-437d-aa43-d6579524f253" providerId="ADAL" clId="{570A267C-2FAF-40FB-A40E-E9ECCF981D2B}" dt="2026-03-05T18:34:09.617" v="70" actId="255"/>
          <ac:spMkLst>
            <pc:docMk/>
            <pc:sldMk cId="1537868151" sldId="266"/>
            <ac:spMk id="28" creationId="{37B45C5E-456D-8732-5062-F6547143D181}"/>
          </ac:spMkLst>
        </pc:spChg>
        <pc:spChg chg="mod">
          <ac:chgData name="Singh, Suman SBOBNG-PTIY/AT/EC" userId="1c2baf05-9442-437d-aa43-d6579524f253" providerId="ADAL" clId="{570A267C-2FAF-40FB-A40E-E9ECCF981D2B}" dt="2026-03-05T18:33:30.997" v="68" actId="255"/>
          <ac:spMkLst>
            <pc:docMk/>
            <pc:sldMk cId="1537868151" sldId="266"/>
            <ac:spMk id="29" creationId="{36275720-6F6C-661A-4C2C-C2BC2CDAA3B4}"/>
          </ac:spMkLst>
        </pc:spChg>
        <pc:spChg chg="mod">
          <ac:chgData name="Singh, Suman SBOBNG-PTIY/AT/EC" userId="1c2baf05-9442-437d-aa43-d6579524f253" providerId="ADAL" clId="{570A267C-2FAF-40FB-A40E-E9ECCF981D2B}" dt="2026-03-05T18:33:30.997" v="68" actId="255"/>
          <ac:spMkLst>
            <pc:docMk/>
            <pc:sldMk cId="1537868151" sldId="266"/>
            <ac:spMk id="31" creationId="{BCCA7DFD-A91A-E631-6D6A-A076D333CE2B}"/>
          </ac:spMkLst>
        </pc:spChg>
        <pc:spChg chg="mod">
          <ac:chgData name="Singh, Suman SBOBNG-PTIY/AT/EC" userId="1c2baf05-9442-437d-aa43-d6579524f253" providerId="ADAL" clId="{570A267C-2FAF-40FB-A40E-E9ECCF981D2B}" dt="2026-03-05T18:34:09.617" v="70" actId="255"/>
          <ac:spMkLst>
            <pc:docMk/>
            <pc:sldMk cId="1537868151" sldId="266"/>
            <ac:spMk id="32" creationId="{9765A935-1C78-F479-DDFC-07D2A25AA554}"/>
          </ac:spMkLst>
        </pc:spChg>
        <pc:spChg chg="mod">
          <ac:chgData name="Singh, Suman SBOBNG-PTIY/AT/EC" userId="1c2baf05-9442-437d-aa43-d6579524f253" providerId="ADAL" clId="{570A267C-2FAF-40FB-A40E-E9ECCF981D2B}" dt="2026-03-05T18:32:54.335" v="66" actId="1036"/>
          <ac:spMkLst>
            <pc:docMk/>
            <pc:sldMk cId="1537868151" sldId="266"/>
            <ac:spMk id="33" creationId="{053BE561-8C3B-E2B4-5EE7-EA6BB95F504E}"/>
          </ac:spMkLst>
        </pc:spChg>
        <pc:spChg chg="mod">
          <ac:chgData name="Singh, Suman SBOBNG-PTIY/AT/EC" userId="1c2baf05-9442-437d-aa43-d6579524f253" providerId="ADAL" clId="{570A267C-2FAF-40FB-A40E-E9ECCF981D2B}" dt="2026-03-05T18:32:42.950" v="65" actId="17032"/>
          <ac:spMkLst>
            <pc:docMk/>
            <pc:sldMk cId="1537868151" sldId="266"/>
            <ac:spMk id="37" creationId="{D7AF4BCF-59E9-701C-F379-210A186AAD1B}"/>
          </ac:spMkLst>
        </pc:spChg>
        <pc:spChg chg="mod">
          <ac:chgData name="Singh, Suman SBOBNG-PTIY/AT/EC" userId="1c2baf05-9442-437d-aa43-d6579524f253" providerId="ADAL" clId="{570A267C-2FAF-40FB-A40E-E9ECCF981D2B}" dt="2026-03-05T18:34:09.617" v="70" actId="255"/>
          <ac:spMkLst>
            <pc:docMk/>
            <pc:sldMk cId="1537868151" sldId="266"/>
            <ac:spMk id="38" creationId="{2C212E8D-402F-05AF-7DB4-DB9837992DC0}"/>
          </ac:spMkLst>
        </pc:spChg>
        <pc:spChg chg="mod">
          <ac:chgData name="Singh, Suman SBOBNG-PTIY/AT/EC" userId="1c2baf05-9442-437d-aa43-d6579524f253" providerId="ADAL" clId="{570A267C-2FAF-40FB-A40E-E9ECCF981D2B}" dt="2026-03-05T18:33:30.997" v="68" actId="255"/>
          <ac:spMkLst>
            <pc:docMk/>
            <pc:sldMk cId="1537868151" sldId="266"/>
            <ac:spMk id="39" creationId="{1C0F88E7-6EB6-1DA4-0E68-E5D8BD36D9DB}"/>
          </ac:spMkLst>
        </pc:spChg>
        <pc:spChg chg="mod">
          <ac:chgData name="Singh, Suman SBOBNG-PTIY/AT/EC" userId="1c2baf05-9442-437d-aa43-d6579524f253" providerId="ADAL" clId="{570A267C-2FAF-40FB-A40E-E9ECCF981D2B}" dt="2026-03-05T18:33:30.997" v="68" actId="255"/>
          <ac:spMkLst>
            <pc:docMk/>
            <pc:sldMk cId="1537868151" sldId="266"/>
            <ac:spMk id="41" creationId="{3727622E-F081-4765-6ECF-58438AC42D08}"/>
          </ac:spMkLst>
        </pc:spChg>
        <pc:spChg chg="mod">
          <ac:chgData name="Singh, Suman SBOBNG-PTIY/AT/EC" userId="1c2baf05-9442-437d-aa43-d6579524f253" providerId="ADAL" clId="{570A267C-2FAF-40FB-A40E-E9ECCF981D2B}" dt="2026-03-05T18:34:09.617" v="70" actId="255"/>
          <ac:spMkLst>
            <pc:docMk/>
            <pc:sldMk cId="1537868151" sldId="266"/>
            <ac:spMk id="42" creationId="{18AA4172-6076-3605-2629-AD53B59D4DC4}"/>
          </ac:spMkLst>
        </pc:spChg>
        <pc:spChg chg="mod">
          <ac:chgData name="Singh, Suman SBOBNG-PTIY/AT/EC" userId="1c2baf05-9442-437d-aa43-d6579524f253" providerId="ADAL" clId="{570A267C-2FAF-40FB-A40E-E9ECCF981D2B}" dt="2026-03-05T18:32:42.950" v="65" actId="17032"/>
          <ac:spMkLst>
            <pc:docMk/>
            <pc:sldMk cId="1537868151" sldId="266"/>
            <ac:spMk id="43" creationId="{27F74DFD-7352-BFFD-9E51-2960C76F970F}"/>
          </ac:spMkLst>
        </pc:spChg>
        <pc:spChg chg="mod">
          <ac:chgData name="Singh, Suman SBOBNG-PTIY/AT/EC" userId="1c2baf05-9442-437d-aa43-d6579524f253" providerId="ADAL" clId="{570A267C-2FAF-40FB-A40E-E9ECCF981D2B}" dt="2026-03-05T18:34:09.617" v="70" actId="255"/>
          <ac:spMkLst>
            <pc:docMk/>
            <pc:sldMk cId="1537868151" sldId="266"/>
            <ac:spMk id="44" creationId="{4434357F-BC75-19E0-2B23-B237271B8693}"/>
          </ac:spMkLst>
        </pc:spChg>
        <pc:spChg chg="mod">
          <ac:chgData name="Singh, Suman SBOBNG-PTIY/AT/EC" userId="1c2baf05-9442-437d-aa43-d6579524f253" providerId="ADAL" clId="{570A267C-2FAF-40FB-A40E-E9ECCF981D2B}" dt="2026-03-05T18:33:30.997" v="68" actId="255"/>
          <ac:spMkLst>
            <pc:docMk/>
            <pc:sldMk cId="1537868151" sldId="266"/>
            <ac:spMk id="45" creationId="{0FFA8A84-DAC4-F3CE-C88F-C901FABE928F}"/>
          </ac:spMkLst>
        </pc:spChg>
        <pc:spChg chg="mod">
          <ac:chgData name="Singh, Suman SBOBNG-PTIY/AT/EC" userId="1c2baf05-9442-437d-aa43-d6579524f253" providerId="ADAL" clId="{570A267C-2FAF-40FB-A40E-E9ECCF981D2B}" dt="2026-03-05T18:34:09.617" v="70" actId="255"/>
          <ac:spMkLst>
            <pc:docMk/>
            <pc:sldMk cId="1537868151" sldId="266"/>
            <ac:spMk id="46" creationId="{6D57FA3C-A60F-7FC2-65C3-47EC0F55AEFB}"/>
          </ac:spMkLst>
        </pc:spChg>
        <pc:spChg chg="mod">
          <ac:chgData name="Singh, Suman SBOBNG-PTIY/AT/EC" userId="1c2baf05-9442-437d-aa43-d6579524f253" providerId="ADAL" clId="{570A267C-2FAF-40FB-A40E-E9ECCF981D2B}" dt="2026-03-05T18:33:30.997" v="68" actId="255"/>
          <ac:spMkLst>
            <pc:docMk/>
            <pc:sldMk cId="1537868151" sldId="266"/>
            <ac:spMk id="47" creationId="{F89F7667-1549-5E5E-191A-64646818C8A0}"/>
          </ac:spMkLst>
        </pc:spChg>
        <pc:spChg chg="mod">
          <ac:chgData name="Singh, Suman SBOBNG-PTIY/AT/EC" userId="1c2baf05-9442-437d-aa43-d6579524f253" providerId="ADAL" clId="{570A267C-2FAF-40FB-A40E-E9ECCF981D2B}" dt="2026-03-05T18:32:42.950" v="65" actId="17032"/>
          <ac:spMkLst>
            <pc:docMk/>
            <pc:sldMk cId="1537868151" sldId="266"/>
            <ac:spMk id="49" creationId="{82BD362F-5E6B-2290-4302-B88473805A1A}"/>
          </ac:spMkLst>
        </pc:spChg>
        <pc:spChg chg="mod">
          <ac:chgData name="Singh, Suman SBOBNG-PTIY/AT/EC" userId="1c2baf05-9442-437d-aa43-d6579524f253" providerId="ADAL" clId="{570A267C-2FAF-40FB-A40E-E9ECCF981D2B}" dt="2026-03-05T18:33:30.997" v="68" actId="255"/>
          <ac:spMkLst>
            <pc:docMk/>
            <pc:sldMk cId="1537868151" sldId="266"/>
            <ac:spMk id="51" creationId="{AE21DB96-5EAD-8FA3-BB93-A567B8F0F766}"/>
          </ac:spMkLst>
        </pc:spChg>
        <pc:spChg chg="mod">
          <ac:chgData name="Singh, Suman SBOBNG-PTIY/AT/EC" userId="1c2baf05-9442-437d-aa43-d6579524f253" providerId="ADAL" clId="{570A267C-2FAF-40FB-A40E-E9ECCF981D2B}" dt="2026-03-05T18:34:09.617" v="70" actId="255"/>
          <ac:spMkLst>
            <pc:docMk/>
            <pc:sldMk cId="1537868151" sldId="266"/>
            <ac:spMk id="54" creationId="{AE4F73E1-D8E8-CE4C-4177-D6226A8B10A2}"/>
          </ac:spMkLst>
        </pc:spChg>
        <pc:spChg chg="mod">
          <ac:chgData name="Singh, Suman SBOBNG-PTIY/AT/EC" userId="1c2baf05-9442-437d-aa43-d6579524f253" providerId="ADAL" clId="{570A267C-2FAF-40FB-A40E-E9ECCF981D2B}" dt="2026-03-05T18:32:42.950" v="65" actId="17032"/>
          <ac:spMkLst>
            <pc:docMk/>
            <pc:sldMk cId="1537868151" sldId="266"/>
            <ac:spMk id="55" creationId="{39396132-53A7-D850-EAA8-45297A3A246B}"/>
          </ac:spMkLst>
        </pc:spChg>
      </pc:sldChg>
      <pc:sldChg chg="addSp delSp modSp mod modClrScheme chgLayout">
        <pc:chgData name="Singh, Suman SBOBNG-PTIY/AT/EC" userId="1c2baf05-9442-437d-aa43-d6579524f253" providerId="ADAL" clId="{570A267C-2FAF-40FB-A40E-E9ECCF981D2B}" dt="2026-03-10T09:29:46.205" v="72" actId="700"/>
        <pc:sldMkLst>
          <pc:docMk/>
          <pc:sldMk cId="2297108777" sldId="268"/>
        </pc:sldMkLst>
        <pc:spChg chg="mod ord">
          <ac:chgData name="Singh, Suman SBOBNG-PTIY/AT/EC" userId="1c2baf05-9442-437d-aa43-d6579524f253" providerId="ADAL" clId="{570A267C-2FAF-40FB-A40E-E9ECCF981D2B}" dt="2026-03-10T09:29:46.205" v="72" actId="700"/>
          <ac:spMkLst>
            <pc:docMk/>
            <pc:sldMk cId="2297108777" sldId="268"/>
            <ac:spMk id="2" creationId="{0395E97D-96D9-B2E3-381B-8FEBB9F8CD00}"/>
          </ac:spMkLst>
        </pc:spChg>
        <pc:spChg chg="add del mod ord">
          <ac:chgData name="Singh, Suman SBOBNG-PTIY/AT/EC" userId="1c2baf05-9442-437d-aa43-d6579524f253" providerId="ADAL" clId="{570A267C-2FAF-40FB-A40E-E9ECCF981D2B}" dt="2026-03-10T09:29:46.205" v="72" actId="700"/>
          <ac:spMkLst>
            <pc:docMk/>
            <pc:sldMk cId="2297108777" sldId="268"/>
            <ac:spMk id="3" creationId="{A1194670-7041-3593-2A3A-89909C148062}"/>
          </ac:spMkLst>
        </pc:spChg>
        <pc:spChg chg="mod ord">
          <ac:chgData name="Singh, Suman SBOBNG-PTIY/AT/EC" userId="1c2baf05-9442-437d-aa43-d6579524f253" providerId="ADAL" clId="{570A267C-2FAF-40FB-A40E-E9ECCF981D2B}" dt="2026-03-10T09:29:46.205" v="72" actId="700"/>
          <ac:spMkLst>
            <pc:docMk/>
            <pc:sldMk cId="2297108777" sldId="268"/>
            <ac:spMk id="4" creationId="{5939EFDE-48A4-185A-C75D-8151B76F55F2}"/>
          </ac:spMkLst>
        </pc:spChg>
        <pc:spChg chg="mod ord">
          <ac:chgData name="Singh, Suman SBOBNG-PTIY/AT/EC" userId="1c2baf05-9442-437d-aa43-d6579524f253" providerId="ADAL" clId="{570A267C-2FAF-40FB-A40E-E9ECCF981D2B}" dt="2026-03-10T09:29:46.205" v="72" actId="700"/>
          <ac:spMkLst>
            <pc:docMk/>
            <pc:sldMk cId="2297108777" sldId="268"/>
            <ac:spMk id="5" creationId="{EE04DCA0-D598-5D99-7905-2917B751E20E}"/>
          </ac:spMkLst>
        </pc:spChg>
        <pc:spChg chg="mod ord">
          <ac:chgData name="Singh, Suman SBOBNG-PTIY/AT/EC" userId="1c2baf05-9442-437d-aa43-d6579524f253" providerId="ADAL" clId="{570A267C-2FAF-40FB-A40E-E9ECCF981D2B}" dt="2026-03-10T09:29:46.205" v="72" actId="700"/>
          <ac:spMkLst>
            <pc:docMk/>
            <pc:sldMk cId="2297108777" sldId="268"/>
            <ac:spMk id="6" creationId="{FF1119CF-4726-29B2-7DA3-8E6FC86138FE}"/>
          </ac:spMkLst>
        </pc:spChg>
      </pc:sldChg>
      <pc:sldChg chg="modSp mod">
        <pc:chgData name="Singh, Suman SBOBNG-PTIY/AT/EC" userId="1c2baf05-9442-437d-aa43-d6579524f253" providerId="ADAL" clId="{570A267C-2FAF-40FB-A40E-E9ECCF981D2B}" dt="2026-03-05T18:31:13.595" v="44" actId="20577"/>
        <pc:sldMkLst>
          <pc:docMk/>
          <pc:sldMk cId="2896721723" sldId="3324"/>
        </pc:sldMkLst>
        <pc:spChg chg="mod">
          <ac:chgData name="Singh, Suman SBOBNG-PTIY/AT/EC" userId="1c2baf05-9442-437d-aa43-d6579524f253" providerId="ADAL" clId="{570A267C-2FAF-40FB-A40E-E9ECCF981D2B}" dt="2026-03-05T18:31:13.595" v="44" actId="20577"/>
          <ac:spMkLst>
            <pc:docMk/>
            <pc:sldMk cId="2896721723" sldId="3324"/>
            <ac:spMk id="2" creationId="{00000000-0000-0000-0000-000000000000}"/>
          </ac:spMkLst>
        </pc:spChg>
      </pc:sldChg>
      <pc:sldChg chg="addSp delSp modSp mod">
        <pc:chgData name="Singh, Suman SBOBNG-PTIY/AT/EC" userId="1c2baf05-9442-437d-aa43-d6579524f253" providerId="ADAL" clId="{570A267C-2FAF-40FB-A40E-E9ECCF981D2B}" dt="2026-03-05T14:14:11.092" v="3" actId="1076"/>
        <pc:sldMkLst>
          <pc:docMk/>
          <pc:sldMk cId="804150595" sldId="2146846996"/>
        </pc:sldMkLst>
        <pc:spChg chg="mod">
          <ac:chgData name="Singh, Suman SBOBNG-PTIY/AT/EC" userId="1c2baf05-9442-437d-aa43-d6579524f253" providerId="ADAL" clId="{570A267C-2FAF-40FB-A40E-E9ECCF981D2B}" dt="2026-03-05T14:14:11.092" v="3" actId="1076"/>
          <ac:spMkLst>
            <pc:docMk/>
            <pc:sldMk cId="804150595" sldId="2146846996"/>
            <ac:spMk id="15" creationId="{C5CAA3EB-F54F-4210-8A20-1967D0ABD397}"/>
          </ac:spMkLst>
        </pc:spChg>
      </pc:sldChg>
      <pc:sldChg chg="modSp mod">
        <pc:chgData name="Singh, Suman SBOBNG-PTIY/AT/EC" userId="1c2baf05-9442-437d-aa43-d6579524f253" providerId="ADAL" clId="{570A267C-2FAF-40FB-A40E-E9ECCF981D2B}" dt="2026-03-05T18:31:44.762" v="60" actId="1076"/>
        <pc:sldMkLst>
          <pc:docMk/>
          <pc:sldMk cId="1135200549" sldId="2146846997"/>
        </pc:sldMkLst>
        <pc:spChg chg="mod">
          <ac:chgData name="Singh, Suman SBOBNG-PTIY/AT/EC" userId="1c2baf05-9442-437d-aa43-d6579524f253" providerId="ADAL" clId="{570A267C-2FAF-40FB-A40E-E9ECCF981D2B}" dt="2026-03-05T18:31:30.966" v="57" actId="1076"/>
          <ac:spMkLst>
            <pc:docMk/>
            <pc:sldMk cId="1135200549" sldId="2146846997"/>
            <ac:spMk id="5" creationId="{18353AF5-16C0-C9CA-65E9-8B175EB60A66}"/>
          </ac:spMkLst>
        </pc:spChg>
        <pc:spChg chg="mod">
          <ac:chgData name="Singh, Suman SBOBNG-PTIY/AT/EC" userId="1c2baf05-9442-437d-aa43-d6579524f253" providerId="ADAL" clId="{570A267C-2FAF-40FB-A40E-E9ECCF981D2B}" dt="2026-03-05T18:31:44.762" v="60" actId="1076"/>
          <ac:spMkLst>
            <pc:docMk/>
            <pc:sldMk cId="1135200549" sldId="2146846997"/>
            <ac:spMk id="6" creationId="{68D34452-2288-EFDB-58FE-D85A2082B497}"/>
          </ac:spMkLst>
        </pc:spChg>
      </pc:sldChg>
      <pc:sldChg chg="addSp delSp modSp new mod modClrScheme chgLayout">
        <pc:chgData name="Singh, Suman SBOBNG-PTIY/AT/EC" userId="1c2baf05-9442-437d-aa43-d6579524f253" providerId="ADAL" clId="{570A267C-2FAF-40FB-A40E-E9ECCF981D2B}" dt="2026-03-10T09:29:52.669" v="74" actId="700"/>
        <pc:sldMkLst>
          <pc:docMk/>
          <pc:sldMk cId="1640107937" sldId="2146846998"/>
        </pc:sldMkLst>
        <pc:spChg chg="del mod ord">
          <ac:chgData name="Singh, Suman SBOBNG-PTIY/AT/EC" userId="1c2baf05-9442-437d-aa43-d6579524f253" providerId="ADAL" clId="{570A267C-2FAF-40FB-A40E-E9ECCF981D2B}" dt="2026-03-10T09:29:52.669" v="74" actId="700"/>
          <ac:spMkLst>
            <pc:docMk/>
            <pc:sldMk cId="1640107937" sldId="2146846998"/>
            <ac:spMk id="2" creationId="{942AB890-B055-A1E6-2267-55430322CBCB}"/>
          </ac:spMkLst>
        </pc:spChg>
        <pc:spChg chg="del mod ord">
          <ac:chgData name="Singh, Suman SBOBNG-PTIY/AT/EC" userId="1c2baf05-9442-437d-aa43-d6579524f253" providerId="ADAL" clId="{570A267C-2FAF-40FB-A40E-E9ECCF981D2B}" dt="2026-03-10T09:29:52.669" v="74" actId="700"/>
          <ac:spMkLst>
            <pc:docMk/>
            <pc:sldMk cId="1640107937" sldId="2146846998"/>
            <ac:spMk id="3" creationId="{0EBF5DB1-0606-34ED-7D1F-295FC83936F8}"/>
          </ac:spMkLst>
        </pc:spChg>
        <pc:spChg chg="mod ord">
          <ac:chgData name="Singh, Suman SBOBNG-PTIY/AT/EC" userId="1c2baf05-9442-437d-aa43-d6579524f253" providerId="ADAL" clId="{570A267C-2FAF-40FB-A40E-E9ECCF981D2B}" dt="2026-03-10T09:29:52.669" v="74" actId="700"/>
          <ac:spMkLst>
            <pc:docMk/>
            <pc:sldMk cId="1640107937" sldId="2146846998"/>
            <ac:spMk id="4" creationId="{6CBD4DD0-FBFB-552D-73EB-CD4765C5AD95}"/>
          </ac:spMkLst>
        </pc:spChg>
        <pc:spChg chg="mod ord">
          <ac:chgData name="Singh, Suman SBOBNG-PTIY/AT/EC" userId="1c2baf05-9442-437d-aa43-d6579524f253" providerId="ADAL" clId="{570A267C-2FAF-40FB-A40E-E9ECCF981D2B}" dt="2026-03-10T09:29:52.669" v="74" actId="700"/>
          <ac:spMkLst>
            <pc:docMk/>
            <pc:sldMk cId="1640107937" sldId="2146846998"/>
            <ac:spMk id="5" creationId="{4FEA618B-0B5D-9039-DBAD-DE6355D6769F}"/>
          </ac:spMkLst>
        </pc:spChg>
        <pc:spChg chg="mod ord">
          <ac:chgData name="Singh, Suman SBOBNG-PTIY/AT/EC" userId="1c2baf05-9442-437d-aa43-d6579524f253" providerId="ADAL" clId="{570A267C-2FAF-40FB-A40E-E9ECCF981D2B}" dt="2026-03-10T09:29:52.669" v="74" actId="700"/>
          <ac:spMkLst>
            <pc:docMk/>
            <pc:sldMk cId="1640107937" sldId="2146846998"/>
            <ac:spMk id="6" creationId="{C4DA3531-6B6E-463C-17E8-0A89F6BAC0F8}"/>
          </ac:spMkLst>
        </pc:spChg>
        <pc:spChg chg="add mod ord">
          <ac:chgData name="Singh, Suman SBOBNG-PTIY/AT/EC" userId="1c2baf05-9442-437d-aa43-d6579524f253" providerId="ADAL" clId="{570A267C-2FAF-40FB-A40E-E9ECCF981D2B}" dt="2026-03-10T09:29:52.669" v="74" actId="700"/>
          <ac:spMkLst>
            <pc:docMk/>
            <pc:sldMk cId="1640107937" sldId="2146846998"/>
            <ac:spMk id="7" creationId="{F26282A6-797A-F985-55AC-E159A01CC871}"/>
          </ac:spMkLst>
        </pc:spChg>
        <pc:spChg chg="add mod ord">
          <ac:chgData name="Singh, Suman SBOBNG-PTIY/AT/EC" userId="1c2baf05-9442-437d-aa43-d6579524f253" providerId="ADAL" clId="{570A267C-2FAF-40FB-A40E-E9ECCF981D2B}" dt="2026-03-10T09:29:52.669" v="74" actId="700"/>
          <ac:spMkLst>
            <pc:docMk/>
            <pc:sldMk cId="1640107937" sldId="2146846998"/>
            <ac:spMk id="8" creationId="{A60DAE45-E9FD-347A-B9CB-16978CE0121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GB">
              <a:latin typeface="ShellMedium" panose="00000600000000000000" pitchFamily="50" charset="0"/>
            </a:endParaRPr>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78688C09-A274-4C07-9395-CBE67C0DE912}" type="datetimeFigureOut">
              <a:rPr lang="en-GB" smtClean="0">
                <a:latin typeface="ShellMedium" panose="00000600000000000000" pitchFamily="50" charset="0"/>
              </a:rPr>
              <a:pPr/>
              <a:t>10/03/2026</a:t>
            </a:fld>
            <a:endParaRPr lang="en-GB">
              <a:latin typeface="ShellMedium" panose="00000600000000000000" pitchFamily="50" charset="0"/>
            </a:endParaRPr>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GB">
              <a:latin typeface="ShellMedium" panose="00000600000000000000" pitchFamily="50" charset="0"/>
            </a:endParaRPr>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18B005D9-1AAC-4E6D-B9B3-BB8CB4FD9D30}" type="slidenum">
              <a:rPr lang="en-GB" smtClean="0">
                <a:latin typeface="ShellMedium" panose="00000600000000000000" pitchFamily="50" charset="0"/>
              </a:rPr>
              <a:pPr/>
              <a:t>‹#›</a:t>
            </a:fld>
            <a:endParaRPr lang="en-GB">
              <a:latin typeface="ShellMedium" panose="00000600000000000000" pitchFamily="50" charset="0"/>
            </a:endParaRPr>
          </a:p>
        </p:txBody>
      </p:sp>
    </p:spTree>
    <p:extLst>
      <p:ext uri="{BB962C8B-B14F-4D97-AF65-F5344CB8AC3E}">
        <p14:creationId xmlns:p14="http://schemas.microsoft.com/office/powerpoint/2010/main" val="2967973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atin typeface="Futura Medium" pitchFamily="2" charset="0"/>
              </a:defRPr>
            </a:lvl1pPr>
          </a:lstStyle>
          <a:p>
            <a:endParaRPr lang="en-GB">
              <a:latin typeface="ShellMedium" panose="00000600000000000000" pitchFamily="50" charset="0"/>
            </a:endParaRPr>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atin typeface="Futura Medium" pitchFamily="2" charset="0"/>
              </a:defRPr>
            </a:lvl1pPr>
          </a:lstStyle>
          <a:p>
            <a:fld id="{E8910CE4-810D-4C84-B7AD-48C304FEA169}" type="datetimeFigureOut">
              <a:rPr lang="en-GB" smtClean="0">
                <a:latin typeface="ShellMedium" panose="00000600000000000000" pitchFamily="50" charset="0"/>
              </a:rPr>
              <a:pPr/>
              <a:t>10/03/2026</a:t>
            </a:fld>
            <a:endParaRPr lang="en-GB">
              <a:latin typeface="ShellMedium" panose="00000600000000000000" pitchFamily="50" charset="0"/>
            </a:endParaRPr>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en-GB">
              <a:latin typeface="ShellMedium" panose="00000600000000000000" pitchFamily="50" charset="0"/>
            </a:endParaRPr>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atin typeface="Futura Medium" pitchFamily="2" charset="0"/>
              </a:defRPr>
            </a:lvl1pPr>
          </a:lstStyle>
          <a:p>
            <a:endParaRPr lang="en-GB">
              <a:latin typeface="ShellMedium" panose="00000600000000000000" pitchFamily="50" charset="0"/>
            </a:endParaRPr>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atin typeface="Futura Medium" pitchFamily="2" charset="0"/>
              </a:defRPr>
            </a:lvl1pPr>
          </a:lstStyle>
          <a:p>
            <a:fld id="{DE799493-6412-4470-9830-D005B358D66E}" type="slidenum">
              <a:rPr lang="en-GB" smtClean="0">
                <a:latin typeface="ShellMedium" panose="00000600000000000000" pitchFamily="50" charset="0"/>
              </a:rPr>
              <a:pPr/>
              <a:t>‹#›</a:t>
            </a:fld>
            <a:endParaRPr lang="en-GB">
              <a:latin typeface="ShellMedium" panose="00000600000000000000" pitchFamily="50" charset="0"/>
            </a:endParaRPr>
          </a:p>
        </p:txBody>
      </p:sp>
    </p:spTree>
    <p:extLst>
      <p:ext uri="{BB962C8B-B14F-4D97-AF65-F5344CB8AC3E}">
        <p14:creationId xmlns:p14="http://schemas.microsoft.com/office/powerpoint/2010/main" val="41628937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ShellMedium" panose="00000600000000000000" pitchFamily="50" charset="0"/>
        <a:ea typeface="+mn-ea"/>
        <a:cs typeface="+mn-cs"/>
      </a:defRPr>
    </a:lvl1pPr>
    <a:lvl2pPr marL="609585" algn="l" defTabSz="1219170" rtl="0" eaLnBrk="1" latinLnBrk="0" hangingPunct="1">
      <a:defRPr sz="1600" kern="1200">
        <a:solidFill>
          <a:schemeClr val="tx1"/>
        </a:solidFill>
        <a:latin typeface="ShellMedium" panose="00000600000000000000" pitchFamily="50" charset="0"/>
        <a:ea typeface="+mn-ea"/>
        <a:cs typeface="+mn-cs"/>
      </a:defRPr>
    </a:lvl2pPr>
    <a:lvl3pPr marL="1219170" algn="l" defTabSz="1219170" rtl="0" eaLnBrk="1" latinLnBrk="0" hangingPunct="1">
      <a:defRPr sz="1600" kern="1200">
        <a:solidFill>
          <a:schemeClr val="tx1"/>
        </a:solidFill>
        <a:latin typeface="ShellMedium" panose="00000600000000000000" pitchFamily="50" charset="0"/>
        <a:ea typeface="+mn-ea"/>
        <a:cs typeface="+mn-cs"/>
      </a:defRPr>
    </a:lvl3pPr>
    <a:lvl4pPr marL="1828754" algn="l" defTabSz="1219170" rtl="0" eaLnBrk="1" latinLnBrk="0" hangingPunct="1">
      <a:defRPr sz="1600" kern="1200">
        <a:solidFill>
          <a:schemeClr val="tx1"/>
        </a:solidFill>
        <a:latin typeface="ShellMedium" panose="00000600000000000000" pitchFamily="50" charset="0"/>
        <a:ea typeface="+mn-ea"/>
        <a:cs typeface="+mn-cs"/>
      </a:defRPr>
    </a:lvl4pPr>
    <a:lvl5pPr marL="2438339" algn="l" defTabSz="1219170" rtl="0" eaLnBrk="1" latinLnBrk="0" hangingPunct="1">
      <a:defRPr sz="1600" kern="1200">
        <a:solidFill>
          <a:schemeClr val="tx1"/>
        </a:solidFill>
        <a:latin typeface="ShellMedium" panose="00000600000000000000" pitchFamily="50"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endParaRPr lang="en-GB">
              <a:latin typeface="ShellMedium" panose="00000600000000000000" pitchFamily="50" charset="0"/>
            </a:endParaRPr>
          </a:p>
        </p:txBody>
      </p:sp>
      <p:sp>
        <p:nvSpPr>
          <p:cNvPr id="4" name="Slide Number Placeholder 3"/>
          <p:cNvSpPr>
            <a:spLocks noGrp="1"/>
          </p:cNvSpPr>
          <p:nvPr>
            <p:ph type="sldNum" sz="quarter" idx="10"/>
          </p:nvPr>
        </p:nvSpPr>
        <p:spPr/>
        <p:txBody>
          <a:bodyPr/>
          <a:lstStyle/>
          <a:p>
            <a:fld id="{DE799493-6412-4470-9830-D005B358D66E}" type="slidenum">
              <a:rPr lang="en-GB" smtClean="0">
                <a:latin typeface="ShellMedium" panose="00000600000000000000" pitchFamily="50" charset="0"/>
              </a:rPr>
              <a:pPr/>
              <a:t>1</a:t>
            </a:fld>
            <a:endParaRPr lang="en-GB">
              <a:latin typeface="ShellMedium" panose="00000600000000000000" pitchFamily="50" charset="0"/>
            </a:endParaRPr>
          </a:p>
        </p:txBody>
      </p:sp>
    </p:spTree>
    <p:extLst>
      <p:ext uri="{BB962C8B-B14F-4D97-AF65-F5344CB8AC3E}">
        <p14:creationId xmlns:p14="http://schemas.microsoft.com/office/powerpoint/2010/main" val="2414395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endParaRPr lang="en-GB">
              <a:latin typeface="ShellMedium" panose="00000600000000000000" pitchFamily="50" charset="0"/>
            </a:endParaRPr>
          </a:p>
        </p:txBody>
      </p:sp>
      <p:sp>
        <p:nvSpPr>
          <p:cNvPr id="4" name="Slide Number Placeholder 3"/>
          <p:cNvSpPr>
            <a:spLocks noGrp="1"/>
          </p:cNvSpPr>
          <p:nvPr>
            <p:ph type="sldNum" sz="quarter" idx="10"/>
          </p:nvPr>
        </p:nvSpPr>
        <p:spPr/>
        <p:txBody>
          <a:bodyPr/>
          <a:lstStyle/>
          <a:p>
            <a:fld id="{20B9C825-F38E-45BB-92C1-043DE61C9183}" type="slidenum">
              <a:rPr lang="en-GB" smtClean="0">
                <a:latin typeface="ShellMedium" panose="00000600000000000000" pitchFamily="50" charset="0"/>
              </a:rPr>
              <a:pPr/>
              <a:t>2</a:t>
            </a:fld>
            <a:endParaRPr lang="en-GB">
              <a:latin typeface="ShellMedium" panose="00000600000000000000" pitchFamily="50" charset="0"/>
            </a:endParaRPr>
          </a:p>
        </p:txBody>
      </p:sp>
    </p:spTree>
    <p:extLst>
      <p:ext uri="{BB962C8B-B14F-4D97-AF65-F5344CB8AC3E}">
        <p14:creationId xmlns:p14="http://schemas.microsoft.com/office/powerpoint/2010/main" val="2221844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latin typeface="ShellMedium" panose="00000600000000000000" pitchFamily="50"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799493-6412-4470-9830-D005B358D66E}" type="slidenum">
              <a:rPr kumimoji="0" lang="en-GB" sz="1200" b="0" i="0" u="none" strike="noStrike" kern="1200" cap="none" spc="0" normalizeH="0" baseline="0" noProof="0" smtClean="0">
                <a:ln>
                  <a:noFill/>
                </a:ln>
                <a:solidFill>
                  <a:prstClr val="black"/>
                </a:solidFill>
                <a:effectLst/>
                <a:uLnTx/>
                <a:uFillTx/>
                <a:latin typeface="ShellMedium" panose="000006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3073093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E799493-6412-4470-9830-D005B358D66E}" type="slidenum">
              <a:rPr lang="en-GB" smtClean="0">
                <a:latin typeface="ShellMedium" panose="00000600000000000000" pitchFamily="50" charset="0"/>
              </a:rPr>
              <a:pPr/>
              <a:t>10</a:t>
            </a:fld>
            <a:endParaRPr lang="en-GB">
              <a:latin typeface="ShellMedium" panose="00000600000000000000" pitchFamily="50" charset="0"/>
            </a:endParaRPr>
          </a:p>
        </p:txBody>
      </p:sp>
    </p:spTree>
    <p:extLst>
      <p:ext uri="{BB962C8B-B14F-4D97-AF65-F5344CB8AC3E}">
        <p14:creationId xmlns:p14="http://schemas.microsoft.com/office/powerpoint/2010/main" val="3480020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endParaRPr lang="en-GB">
              <a:latin typeface="ShellMedium" panose="00000600000000000000" pitchFamily="50" charset="0"/>
            </a:endParaRPr>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DE799493-6412-4470-9830-D005B358D66E}" type="slidenum">
              <a:rPr kumimoji="0" lang="en-GB" sz="1200" b="0" i="0" u="none" strike="noStrike" kern="1200" cap="none" spc="0" normalizeH="0" baseline="0" noProof="0" smtClean="0">
                <a:ln>
                  <a:noFill/>
                </a:ln>
                <a:solidFill>
                  <a:srgbClr val="404040"/>
                </a:solidFill>
                <a:effectLst/>
                <a:uLnTx/>
                <a:uFillTx/>
                <a:latin typeface="ShellMedium" panose="00000600000000000000" pitchFamily="50"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srgbClr val="404040"/>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2909559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endParaRPr lang="en-GB">
              <a:latin typeface="ShellMedium" panose="00000600000000000000" pitchFamily="50" charset="0"/>
            </a:endParaRPr>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DE799493-6412-4470-9830-D005B358D66E}" type="slidenum">
              <a:rPr kumimoji="0" lang="en-GB" sz="1200" b="0" i="0" u="none" strike="noStrike" kern="1200" cap="none" spc="0" normalizeH="0" baseline="0" noProof="0" smtClean="0">
                <a:ln>
                  <a:noFill/>
                </a:ln>
                <a:solidFill>
                  <a:srgbClr val="404040"/>
                </a:solidFill>
                <a:effectLst/>
                <a:uLnTx/>
                <a:uFillTx/>
                <a:latin typeface="ShellMedium" panose="00000600000000000000" pitchFamily="50"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srgbClr val="404040"/>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29095593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724"/>
            <a:ext cx="12193293" cy="6857276"/>
          </a:xfrm>
          <a:prstGeom prst="rect">
            <a:avLst/>
          </a:prstGeom>
        </p:spPr>
      </p:pic>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28" name="Rectangle 2"/>
          <p:cNvSpPr>
            <a:spLocks noGrp="1" noChangeArrowheads="1"/>
          </p:cNvSpPr>
          <p:nvPr userDrawn="1">
            <p:ph type="ctrTitle"/>
          </p:nvPr>
        </p:nvSpPr>
        <p:spPr>
          <a:xfrm>
            <a:off x="766800" y="2754403"/>
            <a:ext cx="9973373" cy="918000"/>
          </a:xfrm>
          <a:noFill/>
        </p:spPr>
        <p:txBody>
          <a:bodyPr lIns="0" tIns="0" rIns="0" anchor="b" anchorCtr="0"/>
          <a:lstStyle>
            <a:lvl1pPr>
              <a:lnSpc>
                <a:spcPct val="110000"/>
              </a:lnSpc>
              <a:defRPr sz="3600" b="0" kern="1200" cap="none" spc="0" baseline="0">
                <a:solidFill>
                  <a:schemeClr val="tx1"/>
                </a:solidFill>
                <a:latin typeface="+mj-lt"/>
                <a:cs typeface="Arial" pitchFamily="34" charset="0"/>
              </a:defRPr>
            </a:lvl1pPr>
          </a:lstStyle>
          <a:p>
            <a:r>
              <a:rPr lang="en-GB"/>
              <a:t>Click to edit Master title style</a:t>
            </a:r>
          </a:p>
        </p:txBody>
      </p:sp>
      <p:sp>
        <p:nvSpPr>
          <p:cNvPr id="29" name="Rectangle 3"/>
          <p:cNvSpPr>
            <a:spLocks noGrp="1" noChangeArrowheads="1"/>
          </p:cNvSpPr>
          <p:nvPr userDrawn="1">
            <p:ph type="subTitle" idx="1"/>
          </p:nvPr>
        </p:nvSpPr>
        <p:spPr>
          <a:xfrm>
            <a:off x="766800" y="3805856"/>
            <a:ext cx="9976548" cy="749808"/>
          </a:xfrm>
        </p:spPr>
        <p:txBody>
          <a:bodyPr anchor="t" anchorCtr="0"/>
          <a:lstStyle>
            <a:lvl1pPr marL="0" indent="0">
              <a:lnSpc>
                <a:spcPct val="10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p>
        </p:txBody>
      </p:sp>
      <p:sp>
        <p:nvSpPr>
          <p:cNvPr id="32" name="Text Placeholder 31"/>
          <p:cNvSpPr>
            <a:spLocks noGrp="1"/>
          </p:cNvSpPr>
          <p:nvPr userDrawn="1">
            <p:ph type="body" sz="quarter" idx="10" hasCustomPrompt="1"/>
          </p:nvPr>
        </p:nvSpPr>
        <p:spPr>
          <a:xfrm>
            <a:off x="766800" y="4832087"/>
            <a:ext cx="7871121"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a:t>Click to insert Author’s Name</a:t>
            </a:r>
          </a:p>
        </p:txBody>
      </p:sp>
      <p:sp>
        <p:nvSpPr>
          <p:cNvPr id="33" name="Text Placeholder 31"/>
          <p:cNvSpPr>
            <a:spLocks noGrp="1"/>
          </p:cNvSpPr>
          <p:nvPr userDrawn="1">
            <p:ph type="body" sz="quarter" idx="11" hasCustomPrompt="1"/>
          </p:nvPr>
        </p:nvSpPr>
        <p:spPr>
          <a:xfrm>
            <a:off x="766800" y="5083916"/>
            <a:ext cx="7871121" cy="237600"/>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a:t>Click to insert Role in Organisation</a:t>
            </a:r>
          </a:p>
        </p:txBody>
      </p:sp>
      <p:sp>
        <p:nvSpPr>
          <p:cNvPr id="24"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5"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4A094BAC-D9FE-4A6F-9F4F-B5AAAE0B845C}" type="datetime2">
              <a:rPr lang="en-US" noProof="1" smtClean="0"/>
              <a:t>Tuesday, March 10, 2026</a:t>
            </a:fld>
            <a:endParaRPr lang="en-GB" noProof="1"/>
          </a:p>
        </p:txBody>
      </p:sp>
      <p:sp>
        <p:nvSpPr>
          <p:cNvPr id="87"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3" name="TextBox 2" descr="CONFIDENTIAL_TAG_0xFFEE">
            <a:extLst>
              <a:ext uri="{FF2B5EF4-FFF2-40B4-BE49-F238E27FC236}">
                <a16:creationId xmlns:a16="http://schemas.microsoft.com/office/drawing/2014/main" id="{242FC50F-8317-C2E8-EC99-993D1327F4D3}"/>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MOST CONFIDENTIAL</a:t>
            </a:r>
          </a:p>
        </p:txBody>
      </p:sp>
    </p:spTree>
  </p:cSld>
  <p:clrMapOvr>
    <a:masterClrMapping/>
  </p:clrMapOvr>
  <p:transition/>
  <p:extLst>
    <p:ext uri="{DCECCB84-F9BA-43D5-87BE-67443E8EF086}">
      <p15:sldGuideLst xmlns:p15="http://schemas.microsoft.com/office/powerpoint/2012/main">
        <p15:guide id="4" pos="7357" userDrawn="1">
          <p15:clr>
            <a:srgbClr val="FBAE40"/>
          </p15:clr>
        </p15:guide>
        <p15:guide id="5" pos="1121" userDrawn="1">
          <p15:clr>
            <a:srgbClr val="FBAE40"/>
          </p15:clr>
        </p15:guide>
        <p15:guide id="6" orient="horz" pos="4074" userDrawn="1">
          <p15:clr>
            <a:srgbClr val="FBAE40"/>
          </p15:clr>
        </p15:guide>
        <p15:guide id="7"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2">
    <p:spTree>
      <p:nvGrpSpPr>
        <p:cNvPr id="1" name=""/>
        <p:cNvGrpSpPr/>
        <p:nvPr/>
      </p:nvGrpSpPr>
      <p:grpSpPr>
        <a:xfrm>
          <a:off x="0" y="0"/>
          <a:ext cx="0" cy="0"/>
          <a:chOff x="0" y="0"/>
          <a:chExt cx="0" cy="0"/>
        </a:xfrm>
      </p:grpSpPr>
      <p:sp>
        <p:nvSpPr>
          <p:cNvPr id="20" name="Rectangle 2"/>
          <p:cNvSpPr>
            <a:spLocks noGrp="1" noChangeArrowheads="1"/>
          </p:cNvSpPr>
          <p:nvPr>
            <p:ph type="ctrTitle"/>
          </p:nvPr>
        </p:nvSpPr>
        <p:spPr>
          <a:xfrm>
            <a:off x="765175" y="2286000"/>
            <a:ext cx="4143255" cy="1386000"/>
          </a:xfrm>
          <a:noFill/>
        </p:spPr>
        <p:txBody>
          <a:bodyPr lIns="0" tIns="0" rIns="0" anchor="b" anchorCtr="0"/>
          <a:lstStyle>
            <a:lvl1pPr>
              <a:lnSpc>
                <a:spcPct val="110000"/>
              </a:lnSpc>
              <a:defRPr sz="3600" b="0" kern="1200" cap="none" spc="0" baseline="0">
                <a:solidFill>
                  <a:schemeClr val="tx1"/>
                </a:solidFill>
                <a:latin typeface="+mj-lt"/>
                <a:cs typeface="Arial" pitchFamily="34" charset="0"/>
              </a:defRPr>
            </a:lvl1pPr>
          </a:lstStyle>
          <a:p>
            <a:r>
              <a:rPr lang="en-GB"/>
              <a:t>Click to edit Master title style</a:t>
            </a:r>
          </a:p>
        </p:txBody>
      </p:sp>
      <p:sp>
        <p:nvSpPr>
          <p:cNvPr id="21" name="Rectangle 3"/>
          <p:cNvSpPr>
            <a:spLocks noGrp="1" noChangeArrowheads="1"/>
          </p:cNvSpPr>
          <p:nvPr>
            <p:ph type="subTitle" idx="1"/>
          </p:nvPr>
        </p:nvSpPr>
        <p:spPr>
          <a:xfrm>
            <a:off x="765175" y="3805200"/>
            <a:ext cx="4060821" cy="749808"/>
          </a:xfrm>
        </p:spPr>
        <p:txBody>
          <a:bodyPr anchor="t" anchorCtr="0"/>
          <a:lstStyle>
            <a:lvl1pPr marL="0" indent="0">
              <a:lnSpc>
                <a:spcPct val="10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p>
        </p:txBody>
      </p:sp>
      <p:sp>
        <p:nvSpPr>
          <p:cNvPr id="22" name="Text Placeholder 31"/>
          <p:cNvSpPr>
            <a:spLocks noGrp="1"/>
          </p:cNvSpPr>
          <p:nvPr>
            <p:ph type="body" sz="quarter" idx="10" hasCustomPrompt="1"/>
          </p:nvPr>
        </p:nvSpPr>
        <p:spPr>
          <a:xfrm>
            <a:off x="765175" y="4831200"/>
            <a:ext cx="4060821"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a:t>Click to insert Author’s Name</a:t>
            </a:r>
          </a:p>
        </p:txBody>
      </p:sp>
      <p:sp>
        <p:nvSpPr>
          <p:cNvPr id="23" name="Text Placeholder 31"/>
          <p:cNvSpPr>
            <a:spLocks noGrp="1"/>
          </p:cNvSpPr>
          <p:nvPr>
            <p:ph type="body" sz="quarter" idx="11" hasCustomPrompt="1"/>
          </p:nvPr>
        </p:nvSpPr>
        <p:spPr>
          <a:xfrm>
            <a:off x="765175" y="5083200"/>
            <a:ext cx="4060821" cy="489785"/>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a:t>Click to insert Role in Organisation</a:t>
            </a:r>
          </a:p>
        </p:txBody>
      </p:sp>
      <p:sp>
        <p:nvSpPr>
          <p:cNvPr id="30" name="Text Box 11" descr="&lt;COMPANY_NAME&gt;"/>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3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 name="Picture Placeholder 2"/>
          <p:cNvSpPr>
            <a:spLocks noGrp="1"/>
          </p:cNvSpPr>
          <p:nvPr userDrawn="1">
            <p:ph type="pic" sz="quarter" idx="12"/>
          </p:nvPr>
        </p:nvSpPr>
        <p:spPr bwMode="auto">
          <a:xfrm>
            <a:off x="5047384" y="1"/>
            <a:ext cx="7144616" cy="6359524"/>
          </a:xfrm>
          <a:custGeom>
            <a:avLst/>
            <a:gdLst>
              <a:gd name="connsiteX0" fmla="*/ 0 w 7141676"/>
              <a:gd name="connsiteY0" fmla="*/ 0 h 6316132"/>
              <a:gd name="connsiteX1" fmla="*/ 7141676 w 7141676"/>
              <a:gd name="connsiteY1" fmla="*/ 0 h 6316132"/>
              <a:gd name="connsiteX2" fmla="*/ 7141676 w 7141676"/>
              <a:gd name="connsiteY2" fmla="*/ 6316132 h 6316132"/>
              <a:gd name="connsiteX3" fmla="*/ 0 w 7141676"/>
              <a:gd name="connsiteY3" fmla="*/ 6316132 h 6316132"/>
              <a:gd name="connsiteX4" fmla="*/ 0 w 7141676"/>
              <a:gd name="connsiteY4" fmla="*/ 0 h 6316132"/>
              <a:gd name="connsiteX0" fmla="*/ 2940 w 7144616"/>
              <a:gd name="connsiteY0" fmla="*/ 0 h 6316132"/>
              <a:gd name="connsiteX1" fmla="*/ 7144616 w 7144616"/>
              <a:gd name="connsiteY1" fmla="*/ 0 h 6316132"/>
              <a:gd name="connsiteX2" fmla="*/ 7144616 w 7144616"/>
              <a:gd name="connsiteY2" fmla="*/ 6316132 h 6316132"/>
              <a:gd name="connsiteX3" fmla="*/ 2940 w 7144616"/>
              <a:gd name="connsiteY3" fmla="*/ 6316132 h 6316132"/>
              <a:gd name="connsiteX4" fmla="*/ 0 w 7144616"/>
              <a:gd name="connsiteY4" fmla="*/ 5779942 h 6316132"/>
              <a:gd name="connsiteX5" fmla="*/ 2940 w 7144616"/>
              <a:gd name="connsiteY5" fmla="*/ 0 h 6316132"/>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2940 w 7144616"/>
              <a:gd name="connsiteY4" fmla="*/ 6316132 h 6316773"/>
              <a:gd name="connsiteX5" fmla="*/ 0 w 7144616"/>
              <a:gd name="connsiteY5" fmla="*/ 5779942 h 6316773"/>
              <a:gd name="connsiteX6" fmla="*/ 2940 w 7144616"/>
              <a:gd name="connsiteY6"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7008"/>
              <a:gd name="connsiteX1" fmla="*/ 7144616 w 7144616"/>
              <a:gd name="connsiteY1" fmla="*/ 0 h 6317008"/>
              <a:gd name="connsiteX2" fmla="*/ 7144616 w 7144616"/>
              <a:gd name="connsiteY2" fmla="*/ 6316132 h 6317008"/>
              <a:gd name="connsiteX3" fmla="*/ 537870 w 7144616"/>
              <a:gd name="connsiteY3" fmla="*/ 6316773 h 6317008"/>
              <a:gd name="connsiteX4" fmla="*/ 0 w 7144616"/>
              <a:gd name="connsiteY4" fmla="*/ 5779942 h 6317008"/>
              <a:gd name="connsiteX5" fmla="*/ 2940 w 7144616"/>
              <a:gd name="connsiteY5" fmla="*/ 0 h 6317008"/>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4616" h="6316773">
                <a:moveTo>
                  <a:pt x="2940" y="0"/>
                </a:moveTo>
                <a:lnTo>
                  <a:pt x="7144616" y="0"/>
                </a:lnTo>
                <a:lnTo>
                  <a:pt x="7144616" y="6316132"/>
                </a:lnTo>
                <a:lnTo>
                  <a:pt x="537870" y="6316773"/>
                </a:lnTo>
                <a:cubicBezTo>
                  <a:pt x="214457" y="6313295"/>
                  <a:pt x="5024" y="6140981"/>
                  <a:pt x="0" y="5779942"/>
                </a:cubicBezTo>
                <a:lnTo>
                  <a:pt x="2940" y="0"/>
                </a:lnTo>
                <a:close/>
              </a:path>
            </a:pathLst>
          </a:custGeom>
          <a:noFill/>
          <a:ln w="9525" algn="ctr">
            <a:noFill/>
            <a:miter lim="800000"/>
            <a:headEnd/>
            <a:tailEnd/>
          </a:ln>
        </p:spPr>
        <p:txBody>
          <a:bodyPr/>
          <a:lstStyle>
            <a:lvl1pPr>
              <a:defRPr sz="2133"/>
            </a:lvl1pPr>
          </a:lstStyle>
          <a:p>
            <a:r>
              <a:rPr lang="en-GB"/>
              <a:t>Click icon to add picture</a:t>
            </a:r>
          </a:p>
        </p:txBody>
      </p:sp>
      <p:sp>
        <p:nvSpPr>
          <p:cNvPr id="112"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3F6229A2-7ACE-42EE-BEDF-1C45D3E475EF}" type="datetime2">
              <a:rPr lang="en-US" noProof="1" smtClean="0"/>
              <a:t>Tuesday, March 10, 2026</a:t>
            </a:fld>
            <a:endParaRPr lang="en-GB" noProof="1"/>
          </a:p>
        </p:txBody>
      </p:sp>
      <p:sp>
        <p:nvSpPr>
          <p:cNvPr id="113"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2" name="TextBox 1" descr="CONFIDENTIAL_TAG_0xFFEE">
            <a:extLst>
              <a:ext uri="{FF2B5EF4-FFF2-40B4-BE49-F238E27FC236}">
                <a16:creationId xmlns:a16="http://schemas.microsoft.com/office/drawing/2014/main" id="{50632168-426A-6D4F-069F-67D652B24618}"/>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p>
        </p:txBody>
      </p:sp>
    </p:spTree>
    <p:extLst>
      <p:ext uri="{BB962C8B-B14F-4D97-AF65-F5344CB8AC3E}">
        <p14:creationId xmlns:p14="http://schemas.microsoft.com/office/powerpoint/2010/main" val="337052060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3">
    <p:spTree>
      <p:nvGrpSpPr>
        <p:cNvPr id="1" name=""/>
        <p:cNvGrpSpPr/>
        <p:nvPr/>
      </p:nvGrpSpPr>
      <p:grpSpPr>
        <a:xfrm>
          <a:off x="0" y="0"/>
          <a:ext cx="0" cy="0"/>
          <a:chOff x="0" y="0"/>
          <a:chExt cx="0" cy="0"/>
        </a:xfrm>
      </p:grpSpPr>
      <p:sp>
        <p:nvSpPr>
          <p:cNvPr id="3" name="Picture Placeholder 2"/>
          <p:cNvSpPr>
            <a:spLocks noGrp="1"/>
          </p:cNvSpPr>
          <p:nvPr userDrawn="1">
            <p:ph type="pic" sz="quarter" idx="12"/>
          </p:nvPr>
        </p:nvSpPr>
        <p:spPr bwMode="auto">
          <a:xfrm>
            <a:off x="5077731" y="1015519"/>
            <a:ext cx="7115469" cy="5344822"/>
          </a:xfrm>
          <a:custGeom>
            <a:avLst/>
            <a:gdLst>
              <a:gd name="connsiteX0" fmla="*/ 0 w 7113204"/>
              <a:gd name="connsiteY0" fmla="*/ 0 h 5343523"/>
              <a:gd name="connsiteX1" fmla="*/ 7113204 w 7113204"/>
              <a:gd name="connsiteY1" fmla="*/ 0 h 5343523"/>
              <a:gd name="connsiteX2" fmla="*/ 7113204 w 7113204"/>
              <a:gd name="connsiteY2" fmla="*/ 5343523 h 5343523"/>
              <a:gd name="connsiteX3" fmla="*/ 0 w 7113204"/>
              <a:gd name="connsiteY3" fmla="*/ 5343523 h 5343523"/>
              <a:gd name="connsiteX4" fmla="*/ 0 w 7113204"/>
              <a:gd name="connsiteY4" fmla="*/ 0 h 5343523"/>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0 w 7113204"/>
              <a:gd name="connsiteY4" fmla="*/ 5343523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0 w 7113204"/>
              <a:gd name="connsiteY4" fmla="*/ 5343523 h 5344338"/>
              <a:gd name="connsiteX5" fmla="*/ 1802 w 7113204"/>
              <a:gd name="connsiteY5" fmla="*/ 4810262 h 5344338"/>
              <a:gd name="connsiteX6" fmla="*/ 0 w 7113204"/>
              <a:gd name="connsiteY6"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453 h 5344791"/>
              <a:gd name="connsiteX1" fmla="*/ 519692 w 7113204"/>
              <a:gd name="connsiteY1" fmla="*/ 0 h 5344791"/>
              <a:gd name="connsiteX2" fmla="*/ 7113204 w 7113204"/>
              <a:gd name="connsiteY2" fmla="*/ 453 h 5344791"/>
              <a:gd name="connsiteX3" fmla="*/ 7113204 w 7113204"/>
              <a:gd name="connsiteY3" fmla="*/ 5343976 h 5344791"/>
              <a:gd name="connsiteX4" fmla="*/ 503508 w 7113204"/>
              <a:gd name="connsiteY4" fmla="*/ 5344791 h 5344791"/>
              <a:gd name="connsiteX5" fmla="*/ 1802 w 7113204"/>
              <a:gd name="connsiteY5" fmla="*/ 4810715 h 5344791"/>
              <a:gd name="connsiteX6" fmla="*/ 0 w 7113204"/>
              <a:gd name="connsiteY6" fmla="*/ 453 h 5344791"/>
              <a:gd name="connsiteX0" fmla="*/ 39320 w 7152524"/>
              <a:gd name="connsiteY0" fmla="*/ 48299 h 5392637"/>
              <a:gd name="connsiteX1" fmla="*/ 559012 w 7152524"/>
              <a:gd name="connsiteY1" fmla="*/ 47846 h 5392637"/>
              <a:gd name="connsiteX2" fmla="*/ 7152524 w 7152524"/>
              <a:gd name="connsiteY2" fmla="*/ 48299 h 5392637"/>
              <a:gd name="connsiteX3" fmla="*/ 7152524 w 7152524"/>
              <a:gd name="connsiteY3" fmla="*/ 5391822 h 5392637"/>
              <a:gd name="connsiteX4" fmla="*/ 542828 w 7152524"/>
              <a:gd name="connsiteY4" fmla="*/ 5392637 h 5392637"/>
              <a:gd name="connsiteX5" fmla="*/ 41122 w 7152524"/>
              <a:gd name="connsiteY5" fmla="*/ 4858561 h 5392637"/>
              <a:gd name="connsiteX6" fmla="*/ 37076 w 7152524"/>
              <a:gd name="connsiteY6" fmla="*/ 496955 h 5392637"/>
              <a:gd name="connsiteX7" fmla="*/ 39320 w 7152524"/>
              <a:gd name="connsiteY7" fmla="*/ 48299 h 5392637"/>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84805 w 7300253"/>
              <a:gd name="connsiteY0" fmla="*/ 449109 h 5344791"/>
              <a:gd name="connsiteX1" fmla="*/ 706741 w 7300253"/>
              <a:gd name="connsiteY1" fmla="*/ 0 h 5344791"/>
              <a:gd name="connsiteX2" fmla="*/ 7300253 w 7300253"/>
              <a:gd name="connsiteY2" fmla="*/ 453 h 5344791"/>
              <a:gd name="connsiteX3" fmla="*/ 7300253 w 7300253"/>
              <a:gd name="connsiteY3" fmla="*/ 5343976 h 5344791"/>
              <a:gd name="connsiteX4" fmla="*/ 690557 w 7300253"/>
              <a:gd name="connsiteY4" fmla="*/ 5344791 h 5344791"/>
              <a:gd name="connsiteX5" fmla="*/ 188851 w 7300253"/>
              <a:gd name="connsiteY5" fmla="*/ 4810715 h 5344791"/>
              <a:gd name="connsiteX6" fmla="*/ 184805 w 7300253"/>
              <a:gd name="connsiteY6" fmla="*/ 449109 h 5344791"/>
              <a:gd name="connsiteX0" fmla="*/ 155498 w 7270946"/>
              <a:gd name="connsiteY0" fmla="*/ 497244 h 5392926"/>
              <a:gd name="connsiteX1" fmla="*/ 677434 w 7270946"/>
              <a:gd name="connsiteY1" fmla="*/ 48135 h 5392926"/>
              <a:gd name="connsiteX2" fmla="*/ 7270946 w 7270946"/>
              <a:gd name="connsiteY2" fmla="*/ 48588 h 5392926"/>
              <a:gd name="connsiteX3" fmla="*/ 7270946 w 7270946"/>
              <a:gd name="connsiteY3" fmla="*/ 5392111 h 5392926"/>
              <a:gd name="connsiteX4" fmla="*/ 661250 w 7270946"/>
              <a:gd name="connsiteY4" fmla="*/ 5392926 h 5392926"/>
              <a:gd name="connsiteX5" fmla="*/ 159544 w 7270946"/>
              <a:gd name="connsiteY5" fmla="*/ 4858850 h 5392926"/>
              <a:gd name="connsiteX6" fmla="*/ 155498 w 7270946"/>
              <a:gd name="connsiteY6" fmla="*/ 497244 h 5392926"/>
              <a:gd name="connsiteX0" fmla="*/ 37199 w 7152647"/>
              <a:gd name="connsiteY0" fmla="*/ 527190 h 5422872"/>
              <a:gd name="connsiteX1" fmla="*/ 559135 w 7152647"/>
              <a:gd name="connsiteY1" fmla="*/ 78081 h 5422872"/>
              <a:gd name="connsiteX2" fmla="*/ 7152647 w 7152647"/>
              <a:gd name="connsiteY2" fmla="*/ 78534 h 5422872"/>
              <a:gd name="connsiteX3" fmla="*/ 7152647 w 7152647"/>
              <a:gd name="connsiteY3" fmla="*/ 5422057 h 5422872"/>
              <a:gd name="connsiteX4" fmla="*/ 542951 w 7152647"/>
              <a:gd name="connsiteY4" fmla="*/ 5422872 h 5422872"/>
              <a:gd name="connsiteX5" fmla="*/ 41245 w 7152647"/>
              <a:gd name="connsiteY5" fmla="*/ 4888796 h 5422872"/>
              <a:gd name="connsiteX6" fmla="*/ 37199 w 7152647"/>
              <a:gd name="connsiteY6" fmla="*/ 527190 h 5422872"/>
              <a:gd name="connsiteX0" fmla="*/ 27 w 7115475"/>
              <a:gd name="connsiteY0" fmla="*/ 522980 h 5418662"/>
              <a:gd name="connsiteX1" fmla="*/ 521963 w 7115475"/>
              <a:gd name="connsiteY1" fmla="*/ 73871 h 5418662"/>
              <a:gd name="connsiteX2" fmla="*/ 7115475 w 7115475"/>
              <a:gd name="connsiteY2" fmla="*/ 74324 h 5418662"/>
              <a:gd name="connsiteX3" fmla="*/ 7115475 w 7115475"/>
              <a:gd name="connsiteY3" fmla="*/ 5417847 h 5418662"/>
              <a:gd name="connsiteX4" fmla="*/ 505779 w 7115475"/>
              <a:gd name="connsiteY4" fmla="*/ 5418662 h 5418662"/>
              <a:gd name="connsiteX5" fmla="*/ 4073 w 7115475"/>
              <a:gd name="connsiteY5" fmla="*/ 4884586 h 5418662"/>
              <a:gd name="connsiteX6" fmla="*/ 27 w 7115475"/>
              <a:gd name="connsiteY6" fmla="*/ 522980 h 5418662"/>
              <a:gd name="connsiteX0" fmla="*/ 161 w 7115609"/>
              <a:gd name="connsiteY0" fmla="*/ 449127 h 5344809"/>
              <a:gd name="connsiteX1" fmla="*/ 522097 w 7115609"/>
              <a:gd name="connsiteY1" fmla="*/ 18 h 5344809"/>
              <a:gd name="connsiteX2" fmla="*/ 7115609 w 7115609"/>
              <a:gd name="connsiteY2" fmla="*/ 471 h 5344809"/>
              <a:gd name="connsiteX3" fmla="*/ 7115609 w 7115609"/>
              <a:gd name="connsiteY3" fmla="*/ 5343994 h 5344809"/>
              <a:gd name="connsiteX4" fmla="*/ 505913 w 7115609"/>
              <a:gd name="connsiteY4" fmla="*/ 5344809 h 5344809"/>
              <a:gd name="connsiteX5" fmla="*/ 4207 w 7115609"/>
              <a:gd name="connsiteY5" fmla="*/ 4810733 h 5344809"/>
              <a:gd name="connsiteX6" fmla="*/ 161 w 7115609"/>
              <a:gd name="connsiteY6" fmla="*/ 449127 h 5344809"/>
              <a:gd name="connsiteX0" fmla="*/ 196 w 7115644"/>
              <a:gd name="connsiteY0" fmla="*/ 449124 h 5344806"/>
              <a:gd name="connsiteX1" fmla="*/ 522132 w 7115644"/>
              <a:gd name="connsiteY1" fmla="*/ 15 h 5344806"/>
              <a:gd name="connsiteX2" fmla="*/ 7115644 w 7115644"/>
              <a:gd name="connsiteY2" fmla="*/ 468 h 5344806"/>
              <a:gd name="connsiteX3" fmla="*/ 7115644 w 7115644"/>
              <a:gd name="connsiteY3" fmla="*/ 5343991 h 5344806"/>
              <a:gd name="connsiteX4" fmla="*/ 505948 w 7115644"/>
              <a:gd name="connsiteY4" fmla="*/ 5344806 h 5344806"/>
              <a:gd name="connsiteX5" fmla="*/ 4242 w 7115644"/>
              <a:gd name="connsiteY5" fmla="*/ 4810730 h 5344806"/>
              <a:gd name="connsiteX6" fmla="*/ 196 w 7115644"/>
              <a:gd name="connsiteY6" fmla="*/ 449124 h 5344806"/>
              <a:gd name="connsiteX0" fmla="*/ 196 w 7115644"/>
              <a:gd name="connsiteY0" fmla="*/ 449132 h 5344814"/>
              <a:gd name="connsiteX1" fmla="*/ 522132 w 7115644"/>
              <a:gd name="connsiteY1" fmla="*/ 23 h 5344814"/>
              <a:gd name="connsiteX2" fmla="*/ 7115644 w 7115644"/>
              <a:gd name="connsiteY2" fmla="*/ 476 h 5344814"/>
              <a:gd name="connsiteX3" fmla="*/ 7115644 w 7115644"/>
              <a:gd name="connsiteY3" fmla="*/ 5343999 h 5344814"/>
              <a:gd name="connsiteX4" fmla="*/ 505948 w 7115644"/>
              <a:gd name="connsiteY4" fmla="*/ 5344814 h 5344814"/>
              <a:gd name="connsiteX5" fmla="*/ 4242 w 7115644"/>
              <a:gd name="connsiteY5" fmla="*/ 4810738 h 5344814"/>
              <a:gd name="connsiteX6" fmla="*/ 196 w 7115644"/>
              <a:gd name="connsiteY6" fmla="*/ 449132 h 5344814"/>
              <a:gd name="connsiteX0" fmla="*/ 21 w 7115469"/>
              <a:gd name="connsiteY0" fmla="*/ 449140 h 5344822"/>
              <a:gd name="connsiteX1" fmla="*/ 521957 w 7115469"/>
              <a:gd name="connsiteY1" fmla="*/ 31 h 5344822"/>
              <a:gd name="connsiteX2" fmla="*/ 7115469 w 7115469"/>
              <a:gd name="connsiteY2" fmla="*/ 484 h 5344822"/>
              <a:gd name="connsiteX3" fmla="*/ 7115469 w 7115469"/>
              <a:gd name="connsiteY3" fmla="*/ 5344007 h 5344822"/>
              <a:gd name="connsiteX4" fmla="*/ 505773 w 7115469"/>
              <a:gd name="connsiteY4" fmla="*/ 5344822 h 5344822"/>
              <a:gd name="connsiteX5" fmla="*/ 4067 w 7115469"/>
              <a:gd name="connsiteY5" fmla="*/ 4810746 h 5344822"/>
              <a:gd name="connsiteX6" fmla="*/ 21 w 7115469"/>
              <a:gd name="connsiteY6" fmla="*/ 449140 h 5344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5469" h="5344822">
                <a:moveTo>
                  <a:pt x="21" y="449140"/>
                </a:moveTo>
                <a:cubicBezTo>
                  <a:pt x="-2303" y="101747"/>
                  <a:pt x="197851" y="-2068"/>
                  <a:pt x="521957" y="31"/>
                </a:cubicBezTo>
                <a:lnTo>
                  <a:pt x="7115469" y="484"/>
                </a:lnTo>
                <a:lnTo>
                  <a:pt x="7115469" y="5344007"/>
                </a:lnTo>
                <a:lnTo>
                  <a:pt x="505773" y="5344822"/>
                </a:lnTo>
                <a:cubicBezTo>
                  <a:pt x="180743" y="5344822"/>
                  <a:pt x="1369" y="5166796"/>
                  <a:pt x="4067" y="4810746"/>
                </a:cubicBezTo>
                <a:cubicBezTo>
                  <a:pt x="4741" y="4820187"/>
                  <a:pt x="2345" y="796533"/>
                  <a:pt x="21" y="449140"/>
                </a:cubicBezTo>
                <a:close/>
              </a:path>
            </a:pathLst>
          </a:custGeom>
          <a:noFill/>
          <a:ln w="9525" algn="ctr">
            <a:noFill/>
            <a:miter lim="800000"/>
            <a:headEnd/>
            <a:tailEnd/>
          </a:ln>
        </p:spPr>
        <p:txBody>
          <a:bodyPr/>
          <a:lstStyle>
            <a:lvl1pPr>
              <a:defRPr sz="2133"/>
            </a:lvl1pPr>
          </a:lstStyle>
          <a:p>
            <a:r>
              <a:rPr lang="en-GB"/>
              <a:t>Click icon to add picture</a:t>
            </a:r>
          </a:p>
        </p:txBody>
      </p:sp>
      <p:sp>
        <p:nvSpPr>
          <p:cNvPr id="107" name="Rectangle 6" descr="Rectangle 6"/>
          <p:cNvSpPr>
            <a:spLocks noGrp="1" noChangeArrowheads="1"/>
          </p:cNvSpPr>
          <p:nvPr userDrawn="1">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02" name="Rectangle 2"/>
          <p:cNvSpPr>
            <a:spLocks noGrp="1" noChangeArrowheads="1"/>
          </p:cNvSpPr>
          <p:nvPr userDrawn="1">
            <p:ph type="ctrTitle"/>
          </p:nvPr>
        </p:nvSpPr>
        <p:spPr>
          <a:xfrm>
            <a:off x="766800" y="2286000"/>
            <a:ext cx="4141630" cy="1386000"/>
          </a:xfrm>
          <a:noFill/>
        </p:spPr>
        <p:txBody>
          <a:bodyPr lIns="0" tIns="0" rIns="0" anchor="b" anchorCtr="0"/>
          <a:lstStyle>
            <a:lvl1pPr>
              <a:lnSpc>
                <a:spcPct val="110000"/>
              </a:lnSpc>
              <a:defRPr sz="3600" b="0" kern="1200" cap="none" spc="0" baseline="0">
                <a:solidFill>
                  <a:schemeClr val="tx1"/>
                </a:solidFill>
                <a:latin typeface="+mj-lt"/>
                <a:cs typeface="Arial" pitchFamily="34" charset="0"/>
              </a:defRPr>
            </a:lvl1pPr>
          </a:lstStyle>
          <a:p>
            <a:r>
              <a:rPr lang="en-GB"/>
              <a:t>Click to edit Master title style</a:t>
            </a:r>
          </a:p>
        </p:txBody>
      </p:sp>
      <p:sp>
        <p:nvSpPr>
          <p:cNvPr id="103" name="Rectangle 3"/>
          <p:cNvSpPr>
            <a:spLocks noGrp="1" noChangeArrowheads="1"/>
          </p:cNvSpPr>
          <p:nvPr userDrawn="1">
            <p:ph type="subTitle" idx="1"/>
          </p:nvPr>
        </p:nvSpPr>
        <p:spPr>
          <a:xfrm>
            <a:off x="766800" y="3805199"/>
            <a:ext cx="4036789" cy="748800"/>
          </a:xfrm>
        </p:spPr>
        <p:txBody>
          <a:bodyPr anchor="t" anchorCtr="0"/>
          <a:lstStyle>
            <a:lvl1pPr marL="0" indent="0">
              <a:lnSpc>
                <a:spcPct val="10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p>
        </p:txBody>
      </p:sp>
      <p:sp>
        <p:nvSpPr>
          <p:cNvPr id="104" name="Text Placeholder 31"/>
          <p:cNvSpPr>
            <a:spLocks noGrp="1"/>
          </p:cNvSpPr>
          <p:nvPr userDrawn="1">
            <p:ph type="body" sz="quarter" idx="10" hasCustomPrompt="1"/>
          </p:nvPr>
        </p:nvSpPr>
        <p:spPr>
          <a:xfrm>
            <a:off x="766800" y="4831200"/>
            <a:ext cx="4043018"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a:t>Click to insert Author’s Name</a:t>
            </a:r>
          </a:p>
        </p:txBody>
      </p:sp>
      <p:sp>
        <p:nvSpPr>
          <p:cNvPr id="105" name="Text Placeholder 31"/>
          <p:cNvSpPr>
            <a:spLocks noGrp="1"/>
          </p:cNvSpPr>
          <p:nvPr userDrawn="1">
            <p:ph type="body" sz="quarter" idx="11" hasCustomPrompt="1"/>
          </p:nvPr>
        </p:nvSpPr>
        <p:spPr>
          <a:xfrm>
            <a:off x="766800" y="5083200"/>
            <a:ext cx="4043018" cy="489600"/>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noProof="1"/>
              <a:t>Click to insert Role in Organisation</a:t>
            </a:r>
          </a:p>
        </p:txBody>
      </p:sp>
      <p:sp>
        <p:nvSpPr>
          <p:cNvPr id="90" name="Rectangle 4" descr="Rectangle 4"/>
          <p:cNvSpPr>
            <a:spLocks noGrp="1" noChangeArrowheads="1"/>
          </p:cNvSpPr>
          <p:nvPr userDrawn="1">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D2B91CA5-AC0F-4136-B553-DC88656063BC}" type="datetime2">
              <a:rPr lang="en-US" noProof="1" smtClean="0"/>
              <a:t>Tuesday, March 10, 2026</a:t>
            </a:fld>
            <a:endParaRPr lang="en-GB" noProof="1"/>
          </a:p>
        </p:txBody>
      </p:sp>
      <p:sp>
        <p:nvSpPr>
          <p:cNvPr id="88" name="Rectangle 5"/>
          <p:cNvSpPr>
            <a:spLocks noGrp="1" noChangeArrowheads="1"/>
          </p:cNvSpPr>
          <p:nvPr userDrawn="1">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12"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 name="TextBox 1" descr="CONFIDENTIAL_TAG_0xFFEE">
            <a:extLst>
              <a:ext uri="{FF2B5EF4-FFF2-40B4-BE49-F238E27FC236}">
                <a16:creationId xmlns:a16="http://schemas.microsoft.com/office/drawing/2014/main" id="{538815B9-431E-F6D8-458E-D9573A6E484C}"/>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MOST CONFIDENTIAL</a:t>
            </a:r>
          </a:p>
        </p:txBody>
      </p:sp>
    </p:spTree>
    <p:extLst>
      <p:ext uri="{BB962C8B-B14F-4D97-AF65-F5344CB8AC3E}">
        <p14:creationId xmlns:p14="http://schemas.microsoft.com/office/powerpoint/2010/main" val="3755712602"/>
      </p:ext>
    </p:extLst>
  </p:cSld>
  <p:clrMapOvr>
    <a:masterClrMapping/>
  </p:clrMapOvr>
  <p:transition/>
  <p:extLst>
    <p:ext uri="{DCECCB84-F9BA-43D5-87BE-67443E8EF086}">
      <p15:sldGuideLst xmlns:p15="http://schemas.microsoft.com/office/powerpoint/2012/main">
        <p15:guide id="1" orient="horz" pos="3058" userDrawn="1">
          <p15:clr>
            <a:srgbClr val="FBAE40"/>
          </p15:clr>
        </p15:guide>
        <p15:guide id="2" orient="horz" pos="2235" userDrawn="1">
          <p15:clr>
            <a:srgbClr val="FBAE40"/>
          </p15:clr>
        </p15:guide>
        <p15:guide id="3" orient="horz" pos="2562" userDrawn="1">
          <p15:clr>
            <a:srgbClr val="FBAE40"/>
          </p15:clr>
        </p15:guide>
        <p15:guide id="4" orient="horz" pos="29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4">
    <p:spTree>
      <p:nvGrpSpPr>
        <p:cNvPr id="1" name=""/>
        <p:cNvGrpSpPr/>
        <p:nvPr/>
      </p:nvGrpSpPr>
      <p:grpSpPr>
        <a:xfrm>
          <a:off x="0" y="0"/>
          <a:ext cx="0" cy="0"/>
          <a:chOff x="0" y="0"/>
          <a:chExt cx="0" cy="0"/>
        </a:xfrm>
      </p:grpSpPr>
      <p:sp>
        <p:nvSpPr>
          <p:cNvPr id="3" name="Picture Placeholder 2" descr="&lt;ignore&gt;"/>
          <p:cNvSpPr>
            <a:spLocks noGrp="1"/>
          </p:cNvSpPr>
          <p:nvPr>
            <p:ph type="pic" sz="quarter" idx="12"/>
          </p:nvPr>
        </p:nvSpPr>
        <p:spPr bwMode="auto">
          <a:xfrm>
            <a:off x="0" y="0"/>
            <a:ext cx="12194723" cy="6857999"/>
          </a:xfrm>
          <a:prstGeom prst="rect">
            <a:avLst/>
          </a:prstGeom>
          <a:noFill/>
          <a:ln w="9525" algn="ctr">
            <a:noFill/>
            <a:miter lim="800000"/>
            <a:headEnd/>
            <a:tailEnd/>
          </a:ln>
        </p:spPr>
        <p:txBody>
          <a:bodyPr/>
          <a:lstStyle>
            <a:lvl1pPr>
              <a:defRPr sz="2133"/>
            </a:lvl1pPr>
          </a:lstStyle>
          <a:p>
            <a:r>
              <a:rPr lang="en-GB"/>
              <a:t>Click icon to add picture</a:t>
            </a:r>
          </a:p>
        </p:txBody>
      </p:sp>
      <p:sp>
        <p:nvSpPr>
          <p:cNvPr id="107"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02" name="Rectangle 2"/>
          <p:cNvSpPr>
            <a:spLocks noGrp="1" noChangeArrowheads="1"/>
          </p:cNvSpPr>
          <p:nvPr>
            <p:ph type="ctrTitle"/>
          </p:nvPr>
        </p:nvSpPr>
        <p:spPr>
          <a:xfrm>
            <a:off x="766800" y="2754000"/>
            <a:ext cx="9972000" cy="918000"/>
          </a:xfrm>
          <a:noFill/>
        </p:spPr>
        <p:txBody>
          <a:bodyPr lIns="0" tIns="0" rIns="0" anchor="b" anchorCtr="0"/>
          <a:lstStyle>
            <a:lvl1pPr>
              <a:lnSpc>
                <a:spcPct val="100000"/>
              </a:lnSpc>
              <a:defRPr sz="3600" b="0" kern="1200" cap="none" spc="0" baseline="0">
                <a:solidFill>
                  <a:schemeClr val="tx1"/>
                </a:solidFill>
                <a:latin typeface="+mj-lt"/>
                <a:cs typeface="Arial" pitchFamily="34" charset="0"/>
              </a:defRPr>
            </a:lvl1pPr>
          </a:lstStyle>
          <a:p>
            <a:r>
              <a:rPr lang="en-GB"/>
              <a:t>Click to edit Master title style</a:t>
            </a:r>
          </a:p>
        </p:txBody>
      </p:sp>
      <p:sp>
        <p:nvSpPr>
          <p:cNvPr id="103" name="Rectangle 3"/>
          <p:cNvSpPr>
            <a:spLocks noGrp="1" noChangeArrowheads="1"/>
          </p:cNvSpPr>
          <p:nvPr>
            <p:ph type="subTitle" idx="1"/>
          </p:nvPr>
        </p:nvSpPr>
        <p:spPr>
          <a:xfrm>
            <a:off x="766800" y="3805200"/>
            <a:ext cx="9975600" cy="748800"/>
          </a:xfrm>
        </p:spPr>
        <p:txBody>
          <a:bodyPr anchor="t" anchorCtr="0"/>
          <a:lstStyle>
            <a:lvl1pPr marL="0" indent="0">
              <a:lnSpc>
                <a:spcPct val="9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p>
        </p:txBody>
      </p:sp>
      <p:sp>
        <p:nvSpPr>
          <p:cNvPr id="104" name="Text Placeholder 31"/>
          <p:cNvSpPr>
            <a:spLocks noGrp="1"/>
          </p:cNvSpPr>
          <p:nvPr>
            <p:ph type="body" sz="quarter" idx="10" hasCustomPrompt="1"/>
          </p:nvPr>
        </p:nvSpPr>
        <p:spPr>
          <a:xfrm>
            <a:off x="766800" y="4831200"/>
            <a:ext cx="7869600"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a:t>Click to insert Author’s Name</a:t>
            </a:r>
          </a:p>
        </p:txBody>
      </p:sp>
      <p:sp>
        <p:nvSpPr>
          <p:cNvPr id="105" name="Text Placeholder 31"/>
          <p:cNvSpPr>
            <a:spLocks noGrp="1"/>
          </p:cNvSpPr>
          <p:nvPr>
            <p:ph type="body" sz="quarter" idx="11" hasCustomPrompt="1"/>
          </p:nvPr>
        </p:nvSpPr>
        <p:spPr>
          <a:xfrm>
            <a:off x="766800" y="5083200"/>
            <a:ext cx="7869600" cy="237600"/>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noProof="1"/>
              <a:t>Click to insert Role in Organisation</a:t>
            </a:r>
          </a:p>
        </p:txBody>
      </p:sp>
      <p:sp>
        <p:nvSpPr>
          <p:cNvPr id="90"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4301365C-7DA7-45BC-BF7E-177D5D8F140C}" type="datetime2">
              <a:rPr lang="en-US" noProof="1" smtClean="0"/>
              <a:t>Tuesday, March 10, 2026</a:t>
            </a:fld>
            <a:endParaRPr lang="en-GB" noProof="1"/>
          </a:p>
        </p:txBody>
      </p:sp>
      <p:sp>
        <p:nvSpPr>
          <p:cNvPr id="8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12"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Tree>
    <p:extLst>
      <p:ext uri="{BB962C8B-B14F-4D97-AF65-F5344CB8AC3E}">
        <p14:creationId xmlns:p14="http://schemas.microsoft.com/office/powerpoint/2010/main" val="2590869577"/>
      </p:ext>
    </p:extLst>
  </p:cSld>
  <p:clrMapOvr>
    <a:masterClrMapping/>
  </p:clrMapOvr>
  <p:transition/>
  <p:extLst>
    <p:ext uri="{DCECCB84-F9BA-43D5-87BE-67443E8EF086}">
      <p15:sldGuideLst xmlns:p15="http://schemas.microsoft.com/office/powerpoint/2012/main">
        <p15:guide id="1" orient="horz" pos="3058">
          <p15:clr>
            <a:srgbClr val="FBAE40"/>
          </p15:clr>
        </p15:guide>
        <p15:guide id="2" orient="horz" pos="22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mj-lt"/>
              </a:defRPr>
            </a:lvl1pPr>
          </a:lstStyle>
          <a:p>
            <a:pPr lvl="0"/>
            <a:r>
              <a:rPr lang="en-GB" noProof="0"/>
              <a:t>Click to edit Master title style</a:t>
            </a:r>
          </a:p>
        </p:txBody>
      </p:sp>
      <p:sp>
        <p:nvSpPr>
          <p:cNvPr id="10" name="Content Placeholder 9"/>
          <p:cNvSpPr>
            <a:spLocks noGrp="1"/>
          </p:cNvSpPr>
          <p:nvPr>
            <p:ph sz="quarter" idx="11"/>
          </p:nvPr>
        </p:nvSpPr>
        <p:spPr>
          <a:xfrm>
            <a:off x="765174" y="1665288"/>
            <a:ext cx="10914063" cy="4694236"/>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accent2"/>
              </a:buClr>
              <a:buSzPct val="100000"/>
              <a:buFont typeface="Wingdings" panose="05000000000000000000" pitchFamily="2" charset="2"/>
              <a:buChar char=""/>
              <a:defRPr sz="1800"/>
            </a:lvl3pPr>
            <a:lvl4pPr marL="687600" indent="-228600" defTabSz="357708">
              <a:lnSpc>
                <a:spcPct val="140000"/>
              </a:lnSpc>
              <a:spcBef>
                <a:spcPts val="0"/>
              </a:spcBef>
              <a:buClr>
                <a:schemeClr val="tx1"/>
              </a:buClr>
              <a:buSzPct val="100000"/>
              <a:buFont typeface="Wingdings" panose="05000000000000000000" pitchFamily="2" charset="2"/>
              <a:buChar char=""/>
              <a:defRPr sz="1600"/>
            </a:lvl4pPr>
            <a:lvl5pPr marL="890800" indent="-203200" defTabSz="357708">
              <a:lnSpc>
                <a:spcPct val="140000"/>
              </a:lnSpc>
              <a:spcBef>
                <a:spcPts val="0"/>
              </a:spcBef>
              <a:buClr>
                <a:schemeClr val="tx1"/>
              </a:buClr>
              <a:buSzPct val="100000"/>
              <a:buFont typeface="Wingdings" panose="05000000000000000000" pitchFamily="2" charset="2"/>
              <a:buChar char=""/>
              <a:defRPr sz="1400"/>
            </a:lvl5pPr>
            <a:lvl6pPr marL="1043200" indent="-152400" defTabSz="357708">
              <a:lnSpc>
                <a:spcPct val="140000"/>
              </a:lnSpc>
              <a:buClr>
                <a:schemeClr val="tx1"/>
              </a:buClr>
              <a:buSzPct val="100000"/>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58BA7426-CD2F-42DB-8080-1CBC6C072DBE}" type="datetime2">
              <a:rPr lang="en-US" noProof="1" smtClean="0"/>
              <a:t>Tuesday, March 10, 2026</a:t>
            </a:fld>
            <a:endParaRPr lang="en-GB" noProof="1"/>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cSld>
  <p:clrMapOvr>
    <a:masterClrMapping/>
  </p:clrMapOvr>
  <p:transition/>
  <p:extLst>
    <p:ext uri="{DCECCB84-F9BA-43D5-87BE-67443E8EF086}">
      <p15:sldGuideLst xmlns:p15="http://schemas.microsoft.com/office/powerpoint/2012/main">
        <p15:guide id="1" orient="horz" pos="2160" userDrawn="1">
          <p15:clr>
            <a:srgbClr val="FBAE40"/>
          </p15:clr>
        </p15:guide>
        <p15:guide id="2" orient="horz" pos="81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Option 2">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t="4330" r="49252"/>
          <a:stretch/>
        </p:blipFill>
        <p:spPr>
          <a:xfrm>
            <a:off x="8571903" y="-8626"/>
            <a:ext cx="3620097" cy="6824568"/>
          </a:xfrm>
          <a:prstGeom prst="rect">
            <a:avLst/>
          </a:prstGeom>
        </p:spPr>
      </p:pic>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mj-lt"/>
              </a:defRPr>
            </a:lvl1pPr>
          </a:lstStyle>
          <a:p>
            <a:pPr lvl="0"/>
            <a:r>
              <a:rPr lang="en-GB" noProof="0"/>
              <a:t>Click to edit Master title style</a:t>
            </a:r>
          </a:p>
        </p:txBody>
      </p:sp>
      <p:sp>
        <p:nvSpPr>
          <p:cNvPr id="10" name="Content Placeholder 9"/>
          <p:cNvSpPr>
            <a:spLocks noGrp="1"/>
          </p:cNvSpPr>
          <p:nvPr>
            <p:ph sz="quarter" idx="11"/>
          </p:nvPr>
        </p:nvSpPr>
        <p:spPr>
          <a:xfrm>
            <a:off x="765174" y="1665288"/>
            <a:ext cx="10914063" cy="4694236"/>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accent2"/>
              </a:buClr>
              <a:buSzPct val="100000"/>
              <a:buFont typeface="Wingdings" panose="05000000000000000000" pitchFamily="2" charset="2"/>
              <a:buChar char=""/>
              <a:defRPr sz="1800"/>
            </a:lvl3pPr>
            <a:lvl4pPr marL="687600" indent="-228600" defTabSz="357708">
              <a:lnSpc>
                <a:spcPct val="140000"/>
              </a:lnSpc>
              <a:spcBef>
                <a:spcPts val="0"/>
              </a:spcBef>
              <a:buClr>
                <a:schemeClr val="tx1"/>
              </a:buClr>
              <a:buSzPct val="100000"/>
              <a:buFont typeface="Wingdings" panose="05000000000000000000" pitchFamily="2" charset="2"/>
              <a:buChar char=""/>
              <a:defRPr sz="1600"/>
            </a:lvl4pPr>
            <a:lvl5pPr marL="890800" indent="-203200" defTabSz="357708">
              <a:lnSpc>
                <a:spcPct val="140000"/>
              </a:lnSpc>
              <a:spcBef>
                <a:spcPts val="0"/>
              </a:spcBef>
              <a:buClr>
                <a:schemeClr val="tx1"/>
              </a:buClr>
              <a:buSzPct val="100000"/>
              <a:buFont typeface="Wingdings" panose="05000000000000000000" pitchFamily="2" charset="2"/>
              <a:buChar char=""/>
              <a:defRPr sz="1400"/>
            </a:lvl5pPr>
            <a:lvl6pPr marL="1043200" indent="-152400" defTabSz="357708">
              <a:lnSpc>
                <a:spcPct val="140000"/>
              </a:lnSpc>
              <a:buClr>
                <a:schemeClr val="tx1"/>
              </a:buClr>
              <a:buSzPct val="100000"/>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B23BB25C-70E0-4BBF-9477-1A1B91256A3C}" type="datetime2">
              <a:rPr lang="en-US" noProof="1" smtClean="0"/>
              <a:t>Tuesday, March 10, 2026</a:t>
            </a:fld>
            <a:endParaRPr lang="en-GB" noProof="1"/>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extLst>
      <p:ext uri="{BB962C8B-B14F-4D97-AF65-F5344CB8AC3E}">
        <p14:creationId xmlns:p14="http://schemas.microsoft.com/office/powerpoint/2010/main" val="175876151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orient="horz" pos="81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Full Screen Image">
    <p:spTree>
      <p:nvGrpSpPr>
        <p:cNvPr id="1" name=""/>
        <p:cNvGrpSpPr/>
        <p:nvPr/>
      </p:nvGrpSpPr>
      <p:grpSpPr>
        <a:xfrm>
          <a:off x="0" y="0"/>
          <a:ext cx="0" cy="0"/>
          <a:chOff x="0" y="0"/>
          <a:chExt cx="0" cy="0"/>
        </a:xfrm>
      </p:grpSpPr>
      <p:sp>
        <p:nvSpPr>
          <p:cNvPr id="11" name="Picture Placeholder 2" descr="&lt;ignore&gt;"/>
          <p:cNvSpPr>
            <a:spLocks noGrp="1"/>
          </p:cNvSpPr>
          <p:nvPr>
            <p:ph type="pic" sz="quarter" idx="12"/>
          </p:nvPr>
        </p:nvSpPr>
        <p:spPr bwMode="auto">
          <a:xfrm>
            <a:off x="-2381" y="0"/>
            <a:ext cx="12194382" cy="6858000"/>
          </a:xfrm>
          <a:prstGeom prst="rect">
            <a:avLst/>
          </a:prstGeom>
          <a:noFill/>
          <a:ln w="3175" algn="ctr">
            <a:noFill/>
            <a:miter lim="800000"/>
            <a:headEnd/>
            <a:tailEnd/>
          </a:ln>
        </p:spPr>
        <p:txBody>
          <a:bodyPr/>
          <a:lstStyle>
            <a:lvl1pPr>
              <a:defRPr sz="2133"/>
            </a:lvl1pPr>
          </a:lstStyle>
          <a:p>
            <a:r>
              <a:rPr lang="en-GB"/>
              <a:t>Click icon to add picture</a:t>
            </a:r>
          </a:p>
        </p:txBody>
      </p:sp>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mj-lt"/>
              </a:defRPr>
            </a:lvl1pPr>
          </a:lstStyle>
          <a:p>
            <a:pPr lvl="0"/>
            <a:r>
              <a:rPr lang="en-GB" noProof="0"/>
              <a:t>Click to edit Master title style</a:t>
            </a:r>
          </a:p>
        </p:txBody>
      </p:sp>
      <p:sp>
        <p:nvSpPr>
          <p:cNvPr id="10" name="Content Placeholder 9"/>
          <p:cNvSpPr>
            <a:spLocks noGrp="1"/>
          </p:cNvSpPr>
          <p:nvPr>
            <p:ph sz="quarter" idx="11"/>
          </p:nvPr>
        </p:nvSpPr>
        <p:spPr>
          <a:xfrm>
            <a:off x="765174" y="1665288"/>
            <a:ext cx="5211763" cy="4694236"/>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accent2"/>
              </a:buClr>
              <a:buSzPct val="100000"/>
              <a:buFont typeface="Wingdings" panose="05000000000000000000" pitchFamily="2" charset="2"/>
              <a:buChar char=""/>
              <a:defRPr sz="1800"/>
            </a:lvl3pPr>
            <a:lvl4pPr marL="687600" indent="-228600" defTabSz="357708">
              <a:lnSpc>
                <a:spcPct val="140000"/>
              </a:lnSpc>
              <a:spcBef>
                <a:spcPts val="0"/>
              </a:spcBef>
              <a:buClr>
                <a:schemeClr val="tx1"/>
              </a:buClr>
              <a:buSzPct val="100000"/>
              <a:buFont typeface="Wingdings" panose="05000000000000000000" pitchFamily="2" charset="2"/>
              <a:buChar char=""/>
              <a:defRPr sz="1600"/>
            </a:lvl4pPr>
            <a:lvl5pPr marL="890800" indent="-203200" defTabSz="357708">
              <a:lnSpc>
                <a:spcPct val="140000"/>
              </a:lnSpc>
              <a:spcBef>
                <a:spcPts val="0"/>
              </a:spcBef>
              <a:buClr>
                <a:schemeClr val="tx1"/>
              </a:buClr>
              <a:buSzPct val="100000"/>
              <a:buFont typeface="Wingdings" panose="05000000000000000000" pitchFamily="2" charset="2"/>
              <a:buChar char=""/>
              <a:defRPr sz="1400"/>
            </a:lvl5pPr>
            <a:lvl6pPr marL="1043200" indent="-152400" defTabSz="357708">
              <a:lnSpc>
                <a:spcPct val="140000"/>
              </a:lnSpc>
              <a:buClr>
                <a:schemeClr val="tx1"/>
              </a:buClr>
              <a:buSzPct val="100000"/>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8689E804-959F-4298-AC69-0A843B1C603E}" type="datetime2">
              <a:rPr lang="en-US" noProof="1" smtClean="0"/>
              <a:t>Tuesday, March 10, 2026</a:t>
            </a:fld>
            <a:endParaRPr lang="en-GB" noProof="1"/>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extLst>
      <p:ext uri="{BB962C8B-B14F-4D97-AF65-F5344CB8AC3E}">
        <p14:creationId xmlns:p14="http://schemas.microsoft.com/office/powerpoint/2010/main" val="194005781"/>
      </p:ext>
    </p:extLst>
  </p:cSld>
  <p:clrMapOvr>
    <a:masterClrMapping/>
  </p:clrMapOvr>
  <p:transition/>
  <p:extLst>
    <p:ext uri="{DCECCB84-F9BA-43D5-87BE-67443E8EF086}">
      <p15:sldGuideLst xmlns:p15="http://schemas.microsoft.com/office/powerpoint/2012/main">
        <p15:guide id="1" orient="horz" pos="2160">
          <p15:clr>
            <a:srgbClr val="FBAE40"/>
          </p15:clr>
        </p15:guide>
        <p15:guide id="2" orient="horz" pos="81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igh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799"/>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sz="2400" b="0" kern="1200" cap="none" baseline="0" noProof="0" dirty="0" smtClean="0">
                <a:solidFill>
                  <a:schemeClr val="tx1"/>
                </a:solidFill>
                <a:latin typeface="+mj-lt"/>
                <a:ea typeface="+mj-ea"/>
                <a:cs typeface="+mj-cs"/>
              </a:defRPr>
            </a:lvl1pPr>
          </a:lstStyle>
          <a:p>
            <a:pPr lvl="0"/>
            <a:r>
              <a:rPr lang="en-GB" noProof="0"/>
              <a:t>Click to edit Master title style</a:t>
            </a:r>
          </a:p>
        </p:txBody>
      </p:sp>
      <p:sp>
        <p:nvSpPr>
          <p:cNvPr id="11" name="Content Placeholder 9"/>
          <p:cNvSpPr>
            <a:spLocks noGrp="1"/>
          </p:cNvSpPr>
          <p:nvPr>
            <p:ph sz="quarter" idx="11"/>
          </p:nvPr>
        </p:nvSpPr>
        <p:spPr>
          <a:xfrm>
            <a:off x="765174" y="1686556"/>
            <a:ext cx="10914063" cy="4672967"/>
          </a:xfrm>
        </p:spPr>
        <p:txBody>
          <a:bodyPr/>
          <a:lstStyle>
            <a:lvl1pPr marL="0" indent="0" defTabSz="357708">
              <a:lnSpc>
                <a:spcPct val="140000"/>
              </a:lnSpc>
              <a:spcBef>
                <a:spcPts val="0"/>
              </a:spcBef>
              <a:defRPr sz="1400"/>
            </a:lvl1pPr>
            <a:lvl2pPr marL="176400" indent="-176400" defTabSz="357708">
              <a:lnSpc>
                <a:spcPct val="140000"/>
              </a:lnSpc>
              <a:spcBef>
                <a:spcPts val="0"/>
              </a:spcBef>
              <a:defRPr sz="1400"/>
            </a:lvl2pPr>
            <a:lvl3pPr marL="354200" indent="-177800" defTabSz="357708">
              <a:lnSpc>
                <a:spcPct val="140000"/>
              </a:lnSpc>
              <a:spcBef>
                <a:spcPts val="0"/>
              </a:spcBef>
              <a:buClr>
                <a:schemeClr val="accent2"/>
              </a:buClr>
              <a:buSzPct val="100000"/>
              <a:buFont typeface="Wingdings" panose="05000000000000000000" pitchFamily="2" charset="2"/>
              <a:buChar char=""/>
              <a:defRPr sz="1400"/>
            </a:lvl3pPr>
            <a:lvl4pPr marL="532000" indent="-177800" defTabSz="357708">
              <a:lnSpc>
                <a:spcPct val="140000"/>
              </a:lnSpc>
              <a:spcBef>
                <a:spcPts val="0"/>
              </a:spcBef>
              <a:buClr>
                <a:schemeClr val="tx1"/>
              </a:buClr>
              <a:buSzPct val="100000"/>
              <a:buFont typeface="Wingdings" panose="05000000000000000000" pitchFamily="2" charset="2"/>
              <a:buChar char=""/>
              <a:defRPr sz="1200"/>
            </a:lvl4pPr>
            <a:lvl5pPr marL="684400" indent="-152400" defTabSz="357708">
              <a:lnSpc>
                <a:spcPct val="140000"/>
              </a:lnSpc>
              <a:spcBef>
                <a:spcPts val="0"/>
              </a:spcBef>
              <a:buClr>
                <a:schemeClr val="tx1"/>
              </a:buClr>
              <a:buSzPct val="100000"/>
              <a:buFont typeface="Wingdings" panose="05000000000000000000" pitchFamily="2" charset="2"/>
              <a:buChar char=""/>
              <a:tabLst/>
              <a:defRPr sz="1100"/>
            </a:lvl5pPr>
            <a:lvl6pPr marL="824100" indent="-139700" defTabSz="357708">
              <a:lnSpc>
                <a:spcPct val="140000"/>
              </a:lnSpc>
              <a:buClr>
                <a:schemeClr val="tx1"/>
              </a:buClr>
              <a:buSzPct val="100000"/>
              <a:buFont typeface="Wingdings" panose="05000000000000000000" pitchFamily="2" charset="2"/>
              <a:buChar char=""/>
              <a:defRPr sz="10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03C334B5-1767-4A44-8924-B4523E0AA6E0}" type="datetime2">
              <a:rPr lang="en-US" noProof="1" smtClean="0"/>
              <a:t>Tuesday, March 10, 2026</a:t>
            </a:fld>
            <a:endParaRPr lang="en-GB" noProof="1"/>
          </a:p>
        </p:txBody>
      </p:sp>
      <p:sp>
        <p:nvSpPr>
          <p:cNvPr id="1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7"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31323" r="30139"/>
          <a:stretch/>
        </p:blipFill>
        <p:spPr>
          <a:xfrm>
            <a:off x="9440005" y="0"/>
            <a:ext cx="2764695" cy="2717799"/>
          </a:xfrm>
          <a:prstGeom prst="rect">
            <a:avLst/>
          </a:prstGeom>
        </p:spPr>
      </p:pic>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US" sz="2400" b="0" kern="1200" cap="none" baseline="0" noProof="0" dirty="0" smtClean="0">
                <a:solidFill>
                  <a:schemeClr val="tx1"/>
                </a:solidFill>
                <a:latin typeface="+mj-lt"/>
                <a:ea typeface="+mj-ea"/>
                <a:cs typeface="+mj-cs"/>
              </a:defRPr>
            </a:lvl1pPr>
          </a:lstStyle>
          <a:p>
            <a:pPr lvl="0"/>
            <a:r>
              <a:rPr lang="en-GB"/>
              <a:t>Click to edit Master title style</a:t>
            </a:r>
          </a:p>
        </p:txBody>
      </p:sp>
      <p:sp>
        <p:nvSpPr>
          <p:cNvPr id="10" name="Content Placeholder 14"/>
          <p:cNvSpPr>
            <a:spLocks noGrp="1"/>
          </p:cNvSpPr>
          <p:nvPr>
            <p:ph sz="quarter" idx="13"/>
          </p:nvPr>
        </p:nvSpPr>
        <p:spPr>
          <a:xfrm>
            <a:off x="6472014" y="1665288"/>
            <a:ext cx="5207223" cy="4694237"/>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75000"/>
              <a:buFont typeface="Wingdings" panose="05000000000000000000" pitchFamily="2" charset="2"/>
              <a:buChar char="¢"/>
              <a:defRPr sz="1800"/>
            </a:lvl2pPr>
            <a:lvl3pPr marL="459000" indent="-228600">
              <a:spcBef>
                <a:spcPts val="0"/>
              </a:spcBef>
              <a:spcAft>
                <a:spcPts val="0"/>
              </a:spcAft>
              <a:buClr>
                <a:schemeClr val="accent2"/>
              </a:buClr>
              <a:buFont typeface="Wingdings" panose="05000000000000000000" pitchFamily="2" charset="2"/>
              <a:buChar char=""/>
              <a:defRPr sz="1800"/>
            </a:lvl3pPr>
            <a:lvl4pPr marL="687600" indent="-228600">
              <a:spcBef>
                <a:spcPts val="0"/>
              </a:spcBef>
              <a:spcAft>
                <a:spcPts val="0"/>
              </a:spcAft>
              <a:buClr>
                <a:schemeClr val="tx1"/>
              </a:buClr>
              <a:buFont typeface="Wingdings" panose="05000000000000000000" pitchFamily="2" charset="2"/>
              <a:buChar char=""/>
              <a:defRPr sz="1800"/>
            </a:lvl4pPr>
            <a:lvl5pPr marL="890800" indent="-203200">
              <a:spcBef>
                <a:spcPts val="0"/>
              </a:spcBef>
              <a:spcAft>
                <a:spcPts val="0"/>
              </a:spcAft>
              <a:buClr>
                <a:schemeClr val="tx1"/>
              </a:buClr>
              <a:buFont typeface="Wingdings" panose="05000000000000000000" pitchFamily="2" charset="2"/>
              <a:buChar char=""/>
              <a:defRPr sz="1600"/>
            </a:lvl5pPr>
            <a:lvl6pPr marL="1043200" indent="-152400">
              <a:spcBef>
                <a:spcPts val="0"/>
              </a:spcBef>
              <a:spcAft>
                <a:spcPts val="0"/>
              </a:spcAft>
              <a:buClr>
                <a:schemeClr val="tx1"/>
              </a:buClr>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43"/>
          <p:cNvSpPr>
            <a:spLocks noGrp="1"/>
          </p:cNvSpPr>
          <p:nvPr>
            <p:ph type="body" sz="quarter" idx="11"/>
          </p:nvPr>
        </p:nvSpPr>
        <p:spPr>
          <a:xfrm>
            <a:off x="765174" y="1665286"/>
            <a:ext cx="5211763" cy="4694239"/>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75000"/>
              <a:buFont typeface="Wingdings" panose="05000000000000000000" pitchFamily="2" charset="2"/>
              <a:buChar char=""/>
              <a:defRPr sz="1800"/>
            </a:lvl2pPr>
            <a:lvl3pPr marL="459000" indent="-228600">
              <a:spcAft>
                <a:spcPts val="0"/>
              </a:spcAft>
              <a:buClr>
                <a:schemeClr val="accent2"/>
              </a:buClr>
              <a:buFont typeface="Wingdings" panose="05000000000000000000" pitchFamily="2" charset="2"/>
              <a:buChar char=""/>
              <a:defRPr sz="1800"/>
            </a:lvl3pPr>
            <a:lvl4pPr marL="687600" indent="-228600">
              <a:spcBef>
                <a:spcPts val="0"/>
              </a:spcBef>
              <a:spcAft>
                <a:spcPts val="0"/>
              </a:spcAft>
              <a:buClr>
                <a:schemeClr val="tx1"/>
              </a:buClr>
              <a:buFont typeface="Wingdings" panose="05000000000000000000" pitchFamily="2" charset="2"/>
              <a:buChar char=""/>
              <a:defRPr sz="1800"/>
            </a:lvl4pPr>
            <a:lvl5pPr marL="890800" indent="-203200">
              <a:spcBef>
                <a:spcPts val="0"/>
              </a:spcBef>
              <a:spcAft>
                <a:spcPts val="0"/>
              </a:spcAft>
              <a:buClr>
                <a:schemeClr val="tx1"/>
              </a:buClr>
              <a:buFont typeface="Wingdings" panose="05000000000000000000" pitchFamily="2" charset="2"/>
              <a:buChar char=""/>
              <a:defRPr sz="1600"/>
            </a:lvl5pPr>
            <a:lvl6pPr marL="1043200" indent="-152400">
              <a:spcBef>
                <a:spcPts val="0"/>
              </a:spcBef>
              <a:spcAft>
                <a:spcPts val="0"/>
              </a:spcAft>
              <a:buClr>
                <a:schemeClr val="tx1"/>
              </a:buClr>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3D7CEACD-56E1-4C17-BDDA-2B12FDFF4CC9}" type="datetime2">
              <a:rPr lang="en-US" noProof="1" smtClean="0"/>
              <a:t>Tuesday, March 10, 2026</a:t>
            </a:fld>
            <a:endParaRPr lang="en-GB" noProof="1"/>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cSld>
  <p:clrMapOvr>
    <a:masterClrMapping/>
  </p:clrMapOvr>
  <p:transition/>
  <p:extLst>
    <p:ext uri="{DCECCB84-F9BA-43D5-87BE-67443E8EF086}">
      <p15:sldGuideLst xmlns:p15="http://schemas.microsoft.com/office/powerpoint/2012/main">
        <p15:guide id="1" pos="3840" userDrawn="1">
          <p15:clr>
            <a:srgbClr val="FBAE40"/>
          </p15:clr>
        </p15:guide>
        <p15:guide id="2" pos="3765" userDrawn="1">
          <p15:clr>
            <a:srgbClr val="FBAE40"/>
          </p15:clr>
        </p15:guide>
        <p15:guide id="3" pos="391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 High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sz="2400" dirty="0" smtClean="0">
                <a:latin typeface="+mj-lt"/>
              </a:defRPr>
            </a:lvl1pPr>
          </a:lstStyle>
          <a:p>
            <a:pPr lvl="0"/>
            <a:r>
              <a:rPr lang="en-GB"/>
              <a:t>Click to edit Master title style</a:t>
            </a:r>
          </a:p>
        </p:txBody>
      </p:sp>
      <p:sp>
        <p:nvSpPr>
          <p:cNvPr id="10" name="Content Placeholder 14"/>
          <p:cNvSpPr>
            <a:spLocks noGrp="1"/>
          </p:cNvSpPr>
          <p:nvPr>
            <p:ph sz="quarter" idx="13"/>
          </p:nvPr>
        </p:nvSpPr>
        <p:spPr>
          <a:xfrm>
            <a:off x="6472014" y="1686556"/>
            <a:ext cx="5207224" cy="4672970"/>
          </a:xfrm>
        </p:spPr>
        <p:txBody>
          <a:bodyPr/>
          <a:lstStyle>
            <a:lvl1pPr marL="0" indent="0">
              <a:lnSpc>
                <a:spcPct val="140000"/>
              </a:lnSpc>
              <a:spcAft>
                <a:spcPts val="0"/>
              </a:spcAft>
              <a:buClr>
                <a:schemeClr val="accent2"/>
              </a:buClr>
              <a:buSzPct val="85000"/>
              <a:buFont typeface="Wingdings" pitchFamily="2" charset="2"/>
              <a:buNone/>
              <a:defRPr sz="1400"/>
            </a:lvl1pPr>
            <a:lvl2pPr marL="176400" indent="-176400">
              <a:lnSpc>
                <a:spcPct val="140000"/>
              </a:lnSpc>
              <a:spcBef>
                <a:spcPts val="0"/>
              </a:spcBef>
              <a:spcAft>
                <a:spcPts val="0"/>
              </a:spcAft>
              <a:buClr>
                <a:schemeClr val="accent2"/>
              </a:buClr>
              <a:buSzPct val="75000"/>
              <a:buFont typeface="Wingdings" panose="05000000000000000000" pitchFamily="2" charset="2"/>
              <a:buChar char="¢"/>
              <a:defRPr sz="1400"/>
            </a:lvl2pPr>
            <a:lvl3pPr marL="354200" indent="-177800">
              <a:lnSpc>
                <a:spcPct val="140000"/>
              </a:lnSpc>
              <a:spcBef>
                <a:spcPts val="0"/>
              </a:spcBef>
              <a:spcAft>
                <a:spcPts val="0"/>
              </a:spcAft>
              <a:buClr>
                <a:schemeClr val="accent2"/>
              </a:buClr>
              <a:buFont typeface="Wingdings" panose="05000000000000000000" pitchFamily="2" charset="2"/>
              <a:buChar char=""/>
              <a:defRPr sz="1400"/>
            </a:lvl3pPr>
            <a:lvl4pPr marL="532000" indent="-177800">
              <a:lnSpc>
                <a:spcPct val="140000"/>
              </a:lnSpc>
              <a:spcBef>
                <a:spcPts val="0"/>
              </a:spcBef>
              <a:spcAft>
                <a:spcPts val="0"/>
              </a:spcAft>
              <a:buClr>
                <a:schemeClr val="tx1"/>
              </a:buClr>
              <a:buFont typeface="Wingdings" panose="05000000000000000000" pitchFamily="2" charset="2"/>
              <a:buChar char=""/>
              <a:defRPr sz="1400"/>
            </a:lvl4pPr>
            <a:lvl5pPr marL="684400" indent="-152400">
              <a:lnSpc>
                <a:spcPct val="140000"/>
              </a:lnSpc>
              <a:spcBef>
                <a:spcPts val="0"/>
              </a:spcBef>
              <a:spcAft>
                <a:spcPts val="0"/>
              </a:spcAft>
              <a:buClr>
                <a:schemeClr val="tx1"/>
              </a:buClr>
              <a:buFont typeface="Wingdings" panose="05000000000000000000" pitchFamily="2" charset="2"/>
              <a:buChar char=""/>
              <a:defRPr sz="1200"/>
            </a:lvl5pPr>
            <a:lvl6pPr marL="824100" indent="-139700">
              <a:lnSpc>
                <a:spcPct val="140000"/>
              </a:lnSpc>
              <a:spcBef>
                <a:spcPts val="0"/>
              </a:spcBef>
              <a:spcAft>
                <a:spcPts val="0"/>
              </a:spcAft>
              <a:buClr>
                <a:schemeClr val="tx1"/>
              </a:buClr>
              <a:buFont typeface="Wingdings" panose="05000000000000000000" pitchFamily="2" charset="2"/>
              <a:buChar char=""/>
              <a:tabLst/>
              <a:defRPr sz="11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43"/>
          <p:cNvSpPr>
            <a:spLocks noGrp="1"/>
          </p:cNvSpPr>
          <p:nvPr>
            <p:ph type="body" sz="quarter" idx="11"/>
          </p:nvPr>
        </p:nvSpPr>
        <p:spPr>
          <a:xfrm>
            <a:off x="765174" y="1686554"/>
            <a:ext cx="5211763" cy="4672971"/>
          </a:xfrm>
        </p:spPr>
        <p:txBody>
          <a:bodyPr/>
          <a:lstStyle>
            <a:lvl1pPr marL="0" indent="0">
              <a:lnSpc>
                <a:spcPct val="140000"/>
              </a:lnSpc>
              <a:spcAft>
                <a:spcPts val="0"/>
              </a:spcAft>
              <a:buClr>
                <a:schemeClr val="accent2"/>
              </a:buClr>
              <a:buSzPct val="85000"/>
              <a:buFont typeface="Wingdings" pitchFamily="2" charset="2"/>
              <a:buNone/>
              <a:defRPr sz="1400"/>
            </a:lvl1pPr>
            <a:lvl2pPr marL="176400" indent="-176400">
              <a:lnSpc>
                <a:spcPct val="140000"/>
              </a:lnSpc>
              <a:spcAft>
                <a:spcPts val="0"/>
              </a:spcAft>
              <a:buClr>
                <a:schemeClr val="accent2"/>
              </a:buClr>
              <a:buSzPct val="75000"/>
              <a:buFont typeface="Wingdings" panose="05000000000000000000" pitchFamily="2" charset="2"/>
              <a:buChar char="¢"/>
              <a:defRPr sz="1400"/>
            </a:lvl2pPr>
            <a:lvl3pPr marL="354200" indent="-177800">
              <a:lnSpc>
                <a:spcPct val="140000"/>
              </a:lnSpc>
              <a:spcAft>
                <a:spcPts val="0"/>
              </a:spcAft>
              <a:buClr>
                <a:schemeClr val="accent2"/>
              </a:buClr>
              <a:buFont typeface="Wingdings" panose="05000000000000000000" pitchFamily="2" charset="2"/>
              <a:buChar char=""/>
              <a:defRPr sz="1400"/>
            </a:lvl3pPr>
            <a:lvl4pPr marL="532000" indent="-177800">
              <a:lnSpc>
                <a:spcPct val="140000"/>
              </a:lnSpc>
              <a:spcAft>
                <a:spcPts val="0"/>
              </a:spcAft>
              <a:buClr>
                <a:schemeClr val="tx1"/>
              </a:buClr>
              <a:buFont typeface="Wingdings" panose="05000000000000000000" pitchFamily="2" charset="2"/>
              <a:buChar char=""/>
              <a:defRPr sz="1400"/>
            </a:lvl4pPr>
            <a:lvl5pPr marL="684400" indent="-152400">
              <a:lnSpc>
                <a:spcPct val="140000"/>
              </a:lnSpc>
              <a:spcBef>
                <a:spcPts val="0"/>
              </a:spcBef>
              <a:spcAft>
                <a:spcPts val="0"/>
              </a:spcAft>
              <a:buClr>
                <a:schemeClr val="tx1"/>
              </a:buClr>
              <a:buFont typeface="Wingdings" panose="05000000000000000000" pitchFamily="2" charset="2"/>
              <a:buChar char=""/>
              <a:defRPr sz="1200"/>
            </a:lvl5pPr>
            <a:lvl6pPr marL="824100" indent="-139700">
              <a:lnSpc>
                <a:spcPct val="140000"/>
              </a:lnSpc>
              <a:spcBef>
                <a:spcPts val="0"/>
              </a:spcBef>
              <a:spcAft>
                <a:spcPts val="0"/>
              </a:spcAft>
              <a:buClr>
                <a:schemeClr val="tx1"/>
              </a:buClr>
              <a:buFont typeface="Wingdings" panose="05000000000000000000" pitchFamily="2" charset="2"/>
              <a:buChar char=""/>
              <a:defRPr sz="11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4F8F0442-F5FA-4C1C-A52B-C2E3237694CA}" type="datetime2">
              <a:rPr lang="en-US" noProof="1" smtClean="0"/>
              <a:t>Tuesday, March 10, 2026</a:t>
            </a:fld>
            <a:endParaRPr lang="en-GB" noProof="1"/>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Content">
    <p:spTree>
      <p:nvGrpSpPr>
        <p:cNvPr id="1" name=""/>
        <p:cNvGrpSpPr/>
        <p:nvPr/>
      </p:nvGrpSpPr>
      <p:grpSpPr>
        <a:xfrm>
          <a:off x="0" y="0"/>
          <a:ext cx="0" cy="0"/>
          <a:chOff x="0" y="0"/>
          <a:chExt cx="0" cy="0"/>
        </a:xfrm>
      </p:grpSpPr>
      <p:sp>
        <p:nvSpPr>
          <p:cNvPr id="9" name="Picture Placeholder 2"/>
          <p:cNvSpPr>
            <a:spLocks noGrp="1"/>
          </p:cNvSpPr>
          <p:nvPr>
            <p:ph type="pic" sz="quarter" idx="12"/>
          </p:nvPr>
        </p:nvSpPr>
        <p:spPr bwMode="auto">
          <a:xfrm>
            <a:off x="5047384" y="0"/>
            <a:ext cx="7144616" cy="6857999"/>
          </a:xfrm>
          <a:custGeom>
            <a:avLst/>
            <a:gdLst>
              <a:gd name="connsiteX0" fmla="*/ 0 w 7141676"/>
              <a:gd name="connsiteY0" fmla="*/ 0 h 6316132"/>
              <a:gd name="connsiteX1" fmla="*/ 7141676 w 7141676"/>
              <a:gd name="connsiteY1" fmla="*/ 0 h 6316132"/>
              <a:gd name="connsiteX2" fmla="*/ 7141676 w 7141676"/>
              <a:gd name="connsiteY2" fmla="*/ 6316132 h 6316132"/>
              <a:gd name="connsiteX3" fmla="*/ 0 w 7141676"/>
              <a:gd name="connsiteY3" fmla="*/ 6316132 h 6316132"/>
              <a:gd name="connsiteX4" fmla="*/ 0 w 7141676"/>
              <a:gd name="connsiteY4" fmla="*/ 0 h 6316132"/>
              <a:gd name="connsiteX0" fmla="*/ 2940 w 7144616"/>
              <a:gd name="connsiteY0" fmla="*/ 0 h 6316132"/>
              <a:gd name="connsiteX1" fmla="*/ 7144616 w 7144616"/>
              <a:gd name="connsiteY1" fmla="*/ 0 h 6316132"/>
              <a:gd name="connsiteX2" fmla="*/ 7144616 w 7144616"/>
              <a:gd name="connsiteY2" fmla="*/ 6316132 h 6316132"/>
              <a:gd name="connsiteX3" fmla="*/ 2940 w 7144616"/>
              <a:gd name="connsiteY3" fmla="*/ 6316132 h 6316132"/>
              <a:gd name="connsiteX4" fmla="*/ 0 w 7144616"/>
              <a:gd name="connsiteY4" fmla="*/ 5779942 h 6316132"/>
              <a:gd name="connsiteX5" fmla="*/ 2940 w 7144616"/>
              <a:gd name="connsiteY5" fmla="*/ 0 h 6316132"/>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2940 w 7144616"/>
              <a:gd name="connsiteY4" fmla="*/ 6316132 h 6316773"/>
              <a:gd name="connsiteX5" fmla="*/ 0 w 7144616"/>
              <a:gd name="connsiteY5" fmla="*/ 5779942 h 6316773"/>
              <a:gd name="connsiteX6" fmla="*/ 2940 w 7144616"/>
              <a:gd name="connsiteY6"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7008"/>
              <a:gd name="connsiteX1" fmla="*/ 7144616 w 7144616"/>
              <a:gd name="connsiteY1" fmla="*/ 0 h 6317008"/>
              <a:gd name="connsiteX2" fmla="*/ 7144616 w 7144616"/>
              <a:gd name="connsiteY2" fmla="*/ 6316132 h 6317008"/>
              <a:gd name="connsiteX3" fmla="*/ 537870 w 7144616"/>
              <a:gd name="connsiteY3" fmla="*/ 6316773 h 6317008"/>
              <a:gd name="connsiteX4" fmla="*/ 0 w 7144616"/>
              <a:gd name="connsiteY4" fmla="*/ 5779942 h 6317008"/>
              <a:gd name="connsiteX5" fmla="*/ 2940 w 7144616"/>
              <a:gd name="connsiteY5" fmla="*/ 0 h 6317008"/>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4616" h="6316773">
                <a:moveTo>
                  <a:pt x="2940" y="0"/>
                </a:moveTo>
                <a:lnTo>
                  <a:pt x="7144616" y="0"/>
                </a:lnTo>
                <a:lnTo>
                  <a:pt x="7144616" y="6316132"/>
                </a:lnTo>
                <a:lnTo>
                  <a:pt x="537870" y="6316773"/>
                </a:lnTo>
                <a:cubicBezTo>
                  <a:pt x="214457" y="6313295"/>
                  <a:pt x="5024" y="6140981"/>
                  <a:pt x="0" y="5779942"/>
                </a:cubicBezTo>
                <a:lnTo>
                  <a:pt x="2940" y="0"/>
                </a:lnTo>
                <a:close/>
              </a:path>
            </a:pathLst>
          </a:custGeom>
          <a:noFill/>
          <a:ln w="9525" algn="ctr">
            <a:noFill/>
            <a:miter lim="800000"/>
            <a:headEnd/>
            <a:tailEnd/>
          </a:ln>
        </p:spPr>
        <p:txBody>
          <a:bodyPr/>
          <a:lstStyle>
            <a:lvl1pPr>
              <a:defRPr sz="2133"/>
            </a:lvl1pPr>
          </a:lstStyle>
          <a:p>
            <a:r>
              <a:rPr lang="en-GB"/>
              <a:t>Click icon to add picture</a:t>
            </a:r>
          </a:p>
        </p:txBody>
      </p:sp>
      <p:sp>
        <p:nvSpPr>
          <p:cNvPr id="34" name="Rectangle 2"/>
          <p:cNvSpPr>
            <a:spLocks noGrp="1" noChangeArrowheads="1"/>
          </p:cNvSpPr>
          <p:nvPr>
            <p:ph type="title"/>
          </p:nvPr>
        </p:nvSpPr>
        <p:spPr bwMode="auto">
          <a:xfrm>
            <a:off x="508000" y="712800"/>
            <a:ext cx="4425244"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US" sz="2400" b="0" kern="1200" cap="none" baseline="0" noProof="0" dirty="0" smtClean="0">
                <a:solidFill>
                  <a:schemeClr val="tx1"/>
                </a:solidFill>
                <a:latin typeface="+mj-lt"/>
                <a:ea typeface="+mj-ea"/>
                <a:cs typeface="+mj-cs"/>
              </a:defRPr>
            </a:lvl1pPr>
          </a:lstStyle>
          <a:p>
            <a:pPr lvl="0"/>
            <a:r>
              <a:rPr lang="en-GB"/>
              <a:t>Click to edit Master title style</a:t>
            </a:r>
          </a:p>
        </p:txBody>
      </p:sp>
      <p:sp>
        <p:nvSpPr>
          <p:cNvPr id="12" name="Text Placeholder 43"/>
          <p:cNvSpPr>
            <a:spLocks noGrp="1"/>
          </p:cNvSpPr>
          <p:nvPr>
            <p:ph type="body" sz="quarter" idx="11"/>
          </p:nvPr>
        </p:nvSpPr>
        <p:spPr>
          <a:xfrm>
            <a:off x="765175" y="1665286"/>
            <a:ext cx="3829404" cy="4694239"/>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75000"/>
              <a:buFont typeface="Wingdings" panose="05000000000000000000" pitchFamily="2" charset="2"/>
              <a:buChar char=""/>
              <a:defRPr sz="1800"/>
            </a:lvl2pPr>
            <a:lvl3pPr marL="459000" indent="-228600">
              <a:spcAft>
                <a:spcPts val="0"/>
              </a:spcAft>
              <a:buClr>
                <a:schemeClr val="accent2"/>
              </a:buClr>
              <a:buFont typeface="Wingdings" panose="05000000000000000000" pitchFamily="2" charset="2"/>
              <a:buChar char=""/>
              <a:defRPr sz="1800"/>
            </a:lvl3pPr>
            <a:lvl4pPr marL="687600" indent="-228600">
              <a:spcBef>
                <a:spcPts val="0"/>
              </a:spcBef>
              <a:spcAft>
                <a:spcPts val="0"/>
              </a:spcAft>
              <a:buClr>
                <a:schemeClr val="tx1"/>
              </a:buClr>
              <a:buFont typeface="Wingdings" panose="05000000000000000000" pitchFamily="2" charset="2"/>
              <a:buChar char=""/>
              <a:defRPr sz="1800"/>
            </a:lvl4pPr>
            <a:lvl5pPr marL="890800" indent="-203200">
              <a:spcBef>
                <a:spcPts val="0"/>
              </a:spcBef>
              <a:spcAft>
                <a:spcPts val="0"/>
              </a:spcAft>
              <a:buClr>
                <a:schemeClr val="tx1"/>
              </a:buClr>
              <a:buFont typeface="Wingdings" panose="05000000000000000000" pitchFamily="2" charset="2"/>
              <a:buChar char=""/>
              <a:defRPr sz="1600"/>
            </a:lvl5pPr>
            <a:lvl6pPr marL="1043200" indent="-152400">
              <a:spcBef>
                <a:spcPts val="0"/>
              </a:spcBef>
              <a:spcAft>
                <a:spcPts val="0"/>
              </a:spcAft>
              <a:buClr>
                <a:schemeClr val="tx1"/>
              </a:buClr>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691AACDF-C9DF-4495-8962-AD332ACAD846}" type="datetime2">
              <a:rPr lang="en-US" noProof="1" smtClean="0"/>
              <a:t>Tuesday, March 10, 2026</a:t>
            </a:fld>
            <a:endParaRPr lang="en-GB" noProof="1"/>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extLst>
      <p:ext uri="{BB962C8B-B14F-4D97-AF65-F5344CB8AC3E}">
        <p14:creationId xmlns:p14="http://schemas.microsoft.com/office/powerpoint/2010/main" val="3072813743"/>
      </p:ext>
    </p:extLst>
  </p:cSld>
  <p:clrMapOvr>
    <a:masterClrMapping/>
  </p:clrMapOvr>
  <p:transition/>
  <p:extLst>
    <p:ext uri="{DCECCB84-F9BA-43D5-87BE-67443E8EF086}">
      <p15:sldGuideLst xmlns:p15="http://schemas.microsoft.com/office/powerpoint/2012/main">
        <p15:guide id="1" pos="3840">
          <p15:clr>
            <a:srgbClr val="FBAE40"/>
          </p15:clr>
        </p15:guide>
        <p15:guide id="2" pos="3765">
          <p15:clr>
            <a:srgbClr val="FBAE40"/>
          </p15:clr>
        </p15:guide>
        <p15:guide id="3" pos="391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Graphs">
    <p:spTree>
      <p:nvGrpSpPr>
        <p:cNvPr id="1" name=""/>
        <p:cNvGrpSpPr/>
        <p:nvPr/>
      </p:nvGrpSpPr>
      <p:grpSpPr>
        <a:xfrm>
          <a:off x="0" y="0"/>
          <a:ext cx="0" cy="0"/>
          <a:chOff x="0" y="0"/>
          <a:chExt cx="0" cy="0"/>
        </a:xfrm>
      </p:grpSpPr>
      <p:sp>
        <p:nvSpPr>
          <p:cNvPr id="67" name="Content Placeholder 51"/>
          <p:cNvSpPr>
            <a:spLocks noGrp="1"/>
          </p:cNvSpPr>
          <p:nvPr>
            <p:ph sz="quarter" idx="29" hasCustomPrompt="1"/>
          </p:nvPr>
        </p:nvSpPr>
        <p:spPr>
          <a:xfrm>
            <a:off x="509312" y="6201069"/>
            <a:ext cx="5543051" cy="158455"/>
          </a:xfrm>
        </p:spPr>
        <p:txBody>
          <a:bodyPr wrap="square">
            <a:noAutofit/>
          </a:bodyPr>
          <a:lstStyle>
            <a:lvl1pPr>
              <a:defRPr sz="900" cap="none" baseline="0">
                <a:solidFill>
                  <a:schemeClr val="tx1"/>
                </a:solidFill>
                <a:latin typeface="+mn-lt"/>
              </a:defRPr>
            </a:lvl1pPr>
          </a:lstStyle>
          <a:p>
            <a:pPr lvl="0"/>
            <a:r>
              <a:rPr lang="en-GB"/>
              <a:t>Click to edit source</a:t>
            </a:r>
          </a:p>
        </p:txBody>
      </p:sp>
      <p:sp>
        <p:nvSpPr>
          <p:cNvPr id="32" name="Rectangle 2"/>
          <p:cNvSpPr>
            <a:spLocks noGrp="1" noChangeArrowheads="1"/>
          </p:cNvSpPr>
          <p:nvPr>
            <p:ph type="title"/>
          </p:nvPr>
        </p:nvSpPr>
        <p:spPr bwMode="auto">
          <a:xfrm>
            <a:off x="508000" y="712800"/>
            <a:ext cx="11171237"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noProof="0" dirty="0" smtClean="0">
                <a:latin typeface="+mj-lt"/>
              </a:defRPr>
            </a:lvl1pPr>
          </a:lstStyle>
          <a:p>
            <a:pPr lvl="0"/>
            <a:r>
              <a:rPr lang="en-GB" noProof="0"/>
              <a:t>Click to edit Master title style</a:t>
            </a:r>
          </a:p>
        </p:txBody>
      </p:sp>
      <p:sp>
        <p:nvSpPr>
          <p:cNvPr id="40" name="Content Placeholder 51"/>
          <p:cNvSpPr>
            <a:spLocks noGrp="1"/>
          </p:cNvSpPr>
          <p:nvPr>
            <p:ph sz="quarter" idx="46" hasCustomPrompt="1"/>
          </p:nvPr>
        </p:nvSpPr>
        <p:spPr>
          <a:xfrm>
            <a:off x="508000" y="4116538"/>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sp>
        <p:nvSpPr>
          <p:cNvPr id="42" name="Chart Placeholder 16"/>
          <p:cNvSpPr>
            <a:spLocks noGrp="1"/>
          </p:cNvSpPr>
          <p:nvPr>
            <p:ph type="chart" sz="quarter" idx="47"/>
          </p:nvPr>
        </p:nvSpPr>
        <p:spPr>
          <a:xfrm>
            <a:off x="508000" y="4456229"/>
            <a:ext cx="5468938" cy="1623641"/>
          </a:xfrm>
        </p:spPr>
        <p:txBody>
          <a:bodyPr>
            <a:normAutofit/>
          </a:bodyPr>
          <a:lstStyle>
            <a:lvl1pPr>
              <a:defRPr sz="1400">
                <a:solidFill>
                  <a:schemeClr val="tx1"/>
                </a:solidFill>
                <a:latin typeface="+mn-lt"/>
              </a:defRPr>
            </a:lvl1pPr>
          </a:lstStyle>
          <a:p>
            <a:r>
              <a:rPr lang="en-GB"/>
              <a:t>Click icon to add chart</a:t>
            </a:r>
          </a:p>
        </p:txBody>
      </p:sp>
      <p:sp>
        <p:nvSpPr>
          <p:cNvPr id="100" name="Content Placeholder 51"/>
          <p:cNvSpPr>
            <a:spLocks noGrp="1"/>
          </p:cNvSpPr>
          <p:nvPr>
            <p:ph sz="quarter" idx="55" hasCustomPrompt="1"/>
          </p:nvPr>
        </p:nvSpPr>
        <p:spPr>
          <a:xfrm>
            <a:off x="508000" y="1780690"/>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sp>
        <p:nvSpPr>
          <p:cNvPr id="102" name="Chart Placeholder 16"/>
          <p:cNvSpPr>
            <a:spLocks noGrp="1"/>
          </p:cNvSpPr>
          <p:nvPr>
            <p:ph type="chart" sz="quarter" idx="56"/>
          </p:nvPr>
        </p:nvSpPr>
        <p:spPr>
          <a:xfrm>
            <a:off x="508000" y="2120382"/>
            <a:ext cx="5468938" cy="1623641"/>
          </a:xfrm>
        </p:spPr>
        <p:txBody>
          <a:bodyPr>
            <a:normAutofit/>
          </a:bodyPr>
          <a:lstStyle>
            <a:lvl1pPr>
              <a:defRPr sz="1400">
                <a:solidFill>
                  <a:schemeClr val="tx1"/>
                </a:solidFill>
                <a:latin typeface="+mn-lt"/>
              </a:defRPr>
            </a:lvl1pPr>
          </a:lstStyle>
          <a:p>
            <a:r>
              <a:rPr lang="en-GB"/>
              <a:t>Click icon to add chart</a:t>
            </a:r>
          </a:p>
        </p:txBody>
      </p:sp>
      <p:sp>
        <p:nvSpPr>
          <p:cNvPr id="105" name="Content Placeholder 51"/>
          <p:cNvSpPr>
            <a:spLocks noGrp="1"/>
          </p:cNvSpPr>
          <p:nvPr>
            <p:ph sz="quarter" idx="58" hasCustomPrompt="1"/>
          </p:nvPr>
        </p:nvSpPr>
        <p:spPr>
          <a:xfrm>
            <a:off x="6215063" y="4116538"/>
            <a:ext cx="54641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sp>
        <p:nvSpPr>
          <p:cNvPr id="107" name="Chart Placeholder 16"/>
          <p:cNvSpPr>
            <a:spLocks noGrp="1"/>
          </p:cNvSpPr>
          <p:nvPr>
            <p:ph type="chart" sz="quarter" idx="59"/>
          </p:nvPr>
        </p:nvSpPr>
        <p:spPr>
          <a:xfrm>
            <a:off x="6215063" y="4456229"/>
            <a:ext cx="5464175" cy="1623641"/>
          </a:xfrm>
        </p:spPr>
        <p:txBody>
          <a:bodyPr>
            <a:normAutofit/>
          </a:bodyPr>
          <a:lstStyle>
            <a:lvl1pPr>
              <a:defRPr sz="1400">
                <a:solidFill>
                  <a:schemeClr val="tx1"/>
                </a:solidFill>
                <a:latin typeface="+mn-lt"/>
              </a:defRPr>
            </a:lvl1pPr>
          </a:lstStyle>
          <a:p>
            <a:r>
              <a:rPr lang="en-GB"/>
              <a:t>Click icon to add chart</a:t>
            </a:r>
          </a:p>
        </p:txBody>
      </p:sp>
      <p:sp>
        <p:nvSpPr>
          <p:cNvPr id="110" name="Content Placeholder 51"/>
          <p:cNvSpPr>
            <a:spLocks noGrp="1"/>
          </p:cNvSpPr>
          <p:nvPr>
            <p:ph sz="quarter" idx="61" hasCustomPrompt="1"/>
          </p:nvPr>
        </p:nvSpPr>
        <p:spPr>
          <a:xfrm>
            <a:off x="6215063" y="1780690"/>
            <a:ext cx="54641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sp>
        <p:nvSpPr>
          <p:cNvPr id="112" name="Chart Placeholder 16"/>
          <p:cNvSpPr>
            <a:spLocks noGrp="1"/>
          </p:cNvSpPr>
          <p:nvPr>
            <p:ph type="chart" sz="quarter" idx="62"/>
          </p:nvPr>
        </p:nvSpPr>
        <p:spPr>
          <a:xfrm>
            <a:off x="6215063" y="2120382"/>
            <a:ext cx="5464175" cy="1623641"/>
          </a:xfrm>
        </p:spPr>
        <p:txBody>
          <a:bodyPr>
            <a:normAutofit/>
          </a:bodyPr>
          <a:lstStyle>
            <a:lvl1pPr>
              <a:defRPr sz="1400">
                <a:solidFill>
                  <a:schemeClr val="tx1"/>
                </a:solidFill>
                <a:latin typeface="+mn-lt"/>
              </a:defRPr>
            </a:lvl1pPr>
          </a:lstStyle>
          <a:p>
            <a:r>
              <a:rPr lang="en-GB"/>
              <a:t>Click icon to add chart</a:t>
            </a:r>
          </a:p>
        </p:txBody>
      </p:sp>
      <p:sp>
        <p:nvSpPr>
          <p:cNvPr id="29"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4CB304C8-4BB5-45F0-B5E1-35DFE359E20D}" type="datetime2">
              <a:rPr lang="en-US" noProof="1" smtClean="0"/>
              <a:t>Tuesday, March 10, 2026</a:t>
            </a:fld>
            <a:endParaRPr lang="en-GB" noProof="1"/>
          </a:p>
        </p:txBody>
      </p:sp>
      <p:sp>
        <p:nvSpPr>
          <p:cNvPr id="3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Graphs and Text">
    <p:spTree>
      <p:nvGrpSpPr>
        <p:cNvPr id="1" name=""/>
        <p:cNvGrpSpPr/>
        <p:nvPr/>
      </p:nvGrpSpPr>
      <p:grpSpPr>
        <a:xfrm>
          <a:off x="0" y="0"/>
          <a:ext cx="0" cy="0"/>
          <a:chOff x="0" y="0"/>
          <a:chExt cx="0" cy="0"/>
        </a:xfrm>
      </p:grpSpPr>
      <p:sp>
        <p:nvSpPr>
          <p:cNvPr id="67" name="Content Placeholder 51"/>
          <p:cNvSpPr>
            <a:spLocks noGrp="1"/>
          </p:cNvSpPr>
          <p:nvPr>
            <p:ph sz="quarter" idx="29" hasCustomPrompt="1"/>
          </p:nvPr>
        </p:nvSpPr>
        <p:spPr>
          <a:xfrm>
            <a:off x="509312" y="6201069"/>
            <a:ext cx="5543051" cy="158455"/>
          </a:xfrm>
        </p:spPr>
        <p:txBody>
          <a:bodyPr wrap="square">
            <a:noAutofit/>
          </a:bodyPr>
          <a:lstStyle>
            <a:lvl1pPr>
              <a:defRPr sz="900" cap="none" baseline="0">
                <a:solidFill>
                  <a:schemeClr val="tx1"/>
                </a:solidFill>
                <a:latin typeface="+mn-lt"/>
              </a:defRPr>
            </a:lvl1pPr>
          </a:lstStyle>
          <a:p>
            <a:pPr lvl="0"/>
            <a:r>
              <a:rPr lang="en-GB"/>
              <a:t>Click to edit source</a:t>
            </a:r>
          </a:p>
        </p:txBody>
      </p:sp>
      <p:sp>
        <p:nvSpPr>
          <p:cNvPr id="32" name="Rectangle 2"/>
          <p:cNvSpPr>
            <a:spLocks noGrp="1" noChangeArrowheads="1"/>
          </p:cNvSpPr>
          <p:nvPr>
            <p:ph type="title"/>
          </p:nvPr>
        </p:nvSpPr>
        <p:spPr bwMode="auto">
          <a:xfrm>
            <a:off x="508000" y="712800"/>
            <a:ext cx="11171237"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noProof="0" dirty="0" smtClean="0">
                <a:latin typeface="+mj-lt"/>
              </a:defRPr>
            </a:lvl1pPr>
          </a:lstStyle>
          <a:p>
            <a:pPr lvl="0"/>
            <a:r>
              <a:rPr lang="en-GB" noProof="0"/>
              <a:t>Click to edit Master title style</a:t>
            </a:r>
          </a:p>
        </p:txBody>
      </p:sp>
      <p:sp>
        <p:nvSpPr>
          <p:cNvPr id="40" name="Content Placeholder 51"/>
          <p:cNvSpPr>
            <a:spLocks noGrp="1"/>
          </p:cNvSpPr>
          <p:nvPr>
            <p:ph sz="quarter" idx="46" hasCustomPrompt="1"/>
          </p:nvPr>
        </p:nvSpPr>
        <p:spPr>
          <a:xfrm>
            <a:off x="508000" y="4116538"/>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Subtitle appears here</a:t>
            </a:r>
          </a:p>
        </p:txBody>
      </p:sp>
      <p:sp>
        <p:nvSpPr>
          <p:cNvPr id="100" name="Content Placeholder 51"/>
          <p:cNvSpPr>
            <a:spLocks noGrp="1"/>
          </p:cNvSpPr>
          <p:nvPr>
            <p:ph sz="quarter" idx="55" hasCustomPrompt="1"/>
          </p:nvPr>
        </p:nvSpPr>
        <p:spPr>
          <a:xfrm>
            <a:off x="508000" y="1780690"/>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sp>
        <p:nvSpPr>
          <p:cNvPr id="102" name="Chart Placeholder 16"/>
          <p:cNvSpPr>
            <a:spLocks noGrp="1"/>
          </p:cNvSpPr>
          <p:nvPr>
            <p:ph type="chart" sz="quarter" idx="56"/>
          </p:nvPr>
        </p:nvSpPr>
        <p:spPr>
          <a:xfrm>
            <a:off x="508000" y="2120382"/>
            <a:ext cx="5468938" cy="1623641"/>
          </a:xfrm>
        </p:spPr>
        <p:txBody>
          <a:bodyPr>
            <a:normAutofit/>
          </a:bodyPr>
          <a:lstStyle>
            <a:lvl1pPr>
              <a:defRPr sz="1400">
                <a:solidFill>
                  <a:schemeClr val="tx1"/>
                </a:solidFill>
                <a:latin typeface="+mn-lt"/>
              </a:defRPr>
            </a:lvl1pPr>
          </a:lstStyle>
          <a:p>
            <a:r>
              <a:rPr lang="en-GB"/>
              <a:t>Click icon to add chart</a:t>
            </a:r>
          </a:p>
        </p:txBody>
      </p:sp>
      <p:sp>
        <p:nvSpPr>
          <p:cNvPr id="105" name="Content Placeholder 51"/>
          <p:cNvSpPr>
            <a:spLocks noGrp="1"/>
          </p:cNvSpPr>
          <p:nvPr>
            <p:ph sz="quarter" idx="58" hasCustomPrompt="1"/>
          </p:nvPr>
        </p:nvSpPr>
        <p:spPr>
          <a:xfrm>
            <a:off x="6215063" y="4116538"/>
            <a:ext cx="5464175" cy="234616"/>
          </a:xfrm>
        </p:spPr>
        <p:txBody>
          <a:bodyPr vert="horz" wrap="square" lIns="0" tIns="0" rIns="0" bIns="0" rtlCol="0">
            <a:spAutoFit/>
          </a:bodyPr>
          <a:lstStyle>
            <a:lvl1pPr marL="0" indent="0" algn="l" defTabSz="1219170" rtl="0" eaLnBrk="1" latinLnBrk="0" hangingPunct="1">
              <a:lnSpc>
                <a:spcPct val="119000"/>
              </a:lnSpc>
              <a:spcBef>
                <a:spcPts val="0"/>
              </a:spcBef>
              <a:spcAft>
                <a:spcPts val="0"/>
              </a:spcAft>
              <a:buClr>
                <a:srgbClr val="F7D117"/>
              </a:buClr>
              <a:buSzPct val="120000"/>
              <a:buFont typeface="Wingdings" pitchFamily="2" charset="2"/>
              <a:buNone/>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Subtitle appears here</a:t>
            </a:r>
          </a:p>
        </p:txBody>
      </p:sp>
      <p:sp>
        <p:nvSpPr>
          <p:cNvPr id="110" name="Content Placeholder 51"/>
          <p:cNvSpPr>
            <a:spLocks noGrp="1"/>
          </p:cNvSpPr>
          <p:nvPr>
            <p:ph sz="quarter" idx="61" hasCustomPrompt="1"/>
          </p:nvPr>
        </p:nvSpPr>
        <p:spPr>
          <a:xfrm>
            <a:off x="6215063" y="1780690"/>
            <a:ext cx="54641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sp>
        <p:nvSpPr>
          <p:cNvPr id="112" name="Chart Placeholder 16"/>
          <p:cNvSpPr>
            <a:spLocks noGrp="1"/>
          </p:cNvSpPr>
          <p:nvPr>
            <p:ph type="chart" sz="quarter" idx="62"/>
          </p:nvPr>
        </p:nvSpPr>
        <p:spPr>
          <a:xfrm>
            <a:off x="6215063" y="2120382"/>
            <a:ext cx="5464175" cy="1623641"/>
          </a:xfrm>
        </p:spPr>
        <p:txBody>
          <a:bodyPr>
            <a:normAutofit/>
          </a:bodyPr>
          <a:lstStyle>
            <a:lvl1pPr>
              <a:defRPr sz="1400">
                <a:solidFill>
                  <a:schemeClr val="tx1"/>
                </a:solidFill>
                <a:latin typeface="+mn-lt"/>
              </a:defRPr>
            </a:lvl1pPr>
          </a:lstStyle>
          <a:p>
            <a:r>
              <a:rPr lang="en-GB"/>
              <a:t>Click icon to add chart</a:t>
            </a:r>
          </a:p>
        </p:txBody>
      </p:sp>
      <p:sp>
        <p:nvSpPr>
          <p:cNvPr id="29"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0F9F8025-360C-429F-A475-6FAABD21DFD5}" type="datetime2">
              <a:rPr lang="en-US" noProof="1" smtClean="0"/>
              <a:t>Tuesday, March 10, 2026</a:t>
            </a:fld>
            <a:endParaRPr lang="en-GB" noProof="1"/>
          </a:p>
        </p:txBody>
      </p:sp>
      <p:sp>
        <p:nvSpPr>
          <p:cNvPr id="3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9" name="Content Placeholder 9"/>
          <p:cNvSpPr>
            <a:spLocks noGrp="1"/>
          </p:cNvSpPr>
          <p:nvPr>
            <p:ph sz="quarter" idx="11"/>
          </p:nvPr>
        </p:nvSpPr>
        <p:spPr>
          <a:xfrm>
            <a:off x="509312" y="4510882"/>
            <a:ext cx="546762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Content Placeholder 9"/>
          <p:cNvSpPr>
            <a:spLocks noGrp="1"/>
          </p:cNvSpPr>
          <p:nvPr>
            <p:ph sz="quarter" idx="63"/>
          </p:nvPr>
        </p:nvSpPr>
        <p:spPr>
          <a:xfrm>
            <a:off x="6215063" y="4510882"/>
            <a:ext cx="546762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38071771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Graphs and Text">
    <p:spTree>
      <p:nvGrpSpPr>
        <p:cNvPr id="1" name=""/>
        <p:cNvGrpSpPr/>
        <p:nvPr/>
      </p:nvGrpSpPr>
      <p:grpSpPr>
        <a:xfrm>
          <a:off x="0" y="0"/>
          <a:ext cx="0" cy="0"/>
          <a:chOff x="0" y="0"/>
          <a:chExt cx="0" cy="0"/>
        </a:xfrm>
      </p:grpSpPr>
      <p:sp>
        <p:nvSpPr>
          <p:cNvPr id="67" name="Content Placeholder 51"/>
          <p:cNvSpPr>
            <a:spLocks noGrp="1"/>
          </p:cNvSpPr>
          <p:nvPr>
            <p:ph sz="quarter" idx="29" hasCustomPrompt="1"/>
          </p:nvPr>
        </p:nvSpPr>
        <p:spPr>
          <a:xfrm>
            <a:off x="509312" y="6201069"/>
            <a:ext cx="5543051" cy="158455"/>
          </a:xfrm>
        </p:spPr>
        <p:txBody>
          <a:bodyPr wrap="square">
            <a:noAutofit/>
          </a:bodyPr>
          <a:lstStyle>
            <a:lvl1pPr>
              <a:defRPr sz="900" cap="none" baseline="0">
                <a:solidFill>
                  <a:schemeClr val="tx1"/>
                </a:solidFill>
                <a:latin typeface="+mn-lt"/>
              </a:defRPr>
            </a:lvl1pPr>
          </a:lstStyle>
          <a:p>
            <a:pPr lvl="0"/>
            <a:r>
              <a:rPr lang="en-GB"/>
              <a:t>Click to edit source</a:t>
            </a:r>
          </a:p>
        </p:txBody>
      </p:sp>
      <p:sp>
        <p:nvSpPr>
          <p:cNvPr id="32" name="Rectangle 2"/>
          <p:cNvSpPr>
            <a:spLocks noGrp="1" noChangeArrowheads="1"/>
          </p:cNvSpPr>
          <p:nvPr>
            <p:ph type="title"/>
          </p:nvPr>
        </p:nvSpPr>
        <p:spPr bwMode="auto">
          <a:xfrm>
            <a:off x="508000" y="712800"/>
            <a:ext cx="11171237"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noProof="0" dirty="0" smtClean="0">
                <a:latin typeface="+mj-lt"/>
              </a:defRPr>
            </a:lvl1pPr>
          </a:lstStyle>
          <a:p>
            <a:pPr lvl="0"/>
            <a:r>
              <a:rPr lang="en-GB" noProof="0"/>
              <a:t>Click to edit Master title style</a:t>
            </a:r>
          </a:p>
        </p:txBody>
      </p:sp>
      <p:sp>
        <p:nvSpPr>
          <p:cNvPr id="40" name="Content Placeholder 51"/>
          <p:cNvSpPr>
            <a:spLocks noGrp="1"/>
          </p:cNvSpPr>
          <p:nvPr>
            <p:ph sz="quarter" idx="46" hasCustomPrompt="1"/>
          </p:nvPr>
        </p:nvSpPr>
        <p:spPr>
          <a:xfrm>
            <a:off x="507999" y="4116538"/>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Subtitle appears here</a:t>
            </a:r>
          </a:p>
        </p:txBody>
      </p:sp>
      <p:sp>
        <p:nvSpPr>
          <p:cNvPr id="100" name="Content Placeholder 51"/>
          <p:cNvSpPr>
            <a:spLocks noGrp="1"/>
          </p:cNvSpPr>
          <p:nvPr>
            <p:ph sz="quarter" idx="55" hasCustomPrompt="1"/>
          </p:nvPr>
        </p:nvSpPr>
        <p:spPr>
          <a:xfrm>
            <a:off x="507999" y="1780690"/>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sp>
        <p:nvSpPr>
          <p:cNvPr id="102" name="Chart Placeholder 16"/>
          <p:cNvSpPr>
            <a:spLocks noGrp="1"/>
          </p:cNvSpPr>
          <p:nvPr>
            <p:ph type="chart" sz="quarter" idx="56"/>
          </p:nvPr>
        </p:nvSpPr>
        <p:spPr>
          <a:xfrm>
            <a:off x="507999" y="2120382"/>
            <a:ext cx="2606675" cy="1623641"/>
          </a:xfrm>
        </p:spPr>
        <p:txBody>
          <a:bodyPr>
            <a:normAutofit/>
          </a:bodyPr>
          <a:lstStyle>
            <a:lvl1pPr>
              <a:defRPr sz="1400">
                <a:solidFill>
                  <a:schemeClr val="tx1"/>
                </a:solidFill>
                <a:latin typeface="+mn-lt"/>
              </a:defRPr>
            </a:lvl1pPr>
          </a:lstStyle>
          <a:p>
            <a:r>
              <a:rPr lang="en-GB"/>
              <a:t>Click icon to add chart</a:t>
            </a:r>
          </a:p>
        </p:txBody>
      </p:sp>
      <p:sp>
        <p:nvSpPr>
          <p:cNvPr id="105" name="Content Placeholder 51"/>
          <p:cNvSpPr>
            <a:spLocks noGrp="1"/>
          </p:cNvSpPr>
          <p:nvPr>
            <p:ph sz="quarter" idx="58" hasCustomPrompt="1"/>
          </p:nvPr>
        </p:nvSpPr>
        <p:spPr>
          <a:xfrm>
            <a:off x="6235536" y="4116538"/>
            <a:ext cx="2606400" cy="234616"/>
          </a:xfrm>
        </p:spPr>
        <p:txBody>
          <a:bodyPr vert="horz" wrap="square" lIns="0" tIns="0" rIns="0" bIns="0" rtlCol="0">
            <a:spAutoFit/>
          </a:bodyPr>
          <a:lstStyle>
            <a:lvl1pPr marL="0" indent="0" algn="l" defTabSz="1219170" rtl="0" eaLnBrk="1" latinLnBrk="0" hangingPunct="1">
              <a:lnSpc>
                <a:spcPct val="119000"/>
              </a:lnSpc>
              <a:spcBef>
                <a:spcPts val="0"/>
              </a:spcBef>
              <a:spcAft>
                <a:spcPts val="0"/>
              </a:spcAft>
              <a:buClr>
                <a:srgbClr val="F7D117"/>
              </a:buClr>
              <a:buSzPct val="120000"/>
              <a:buFont typeface="Wingdings" pitchFamily="2" charset="2"/>
              <a:buNone/>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Subtitle appears here</a:t>
            </a:r>
          </a:p>
        </p:txBody>
      </p:sp>
      <p:sp>
        <p:nvSpPr>
          <p:cNvPr id="110" name="Content Placeholder 51"/>
          <p:cNvSpPr>
            <a:spLocks noGrp="1"/>
          </p:cNvSpPr>
          <p:nvPr>
            <p:ph sz="quarter" idx="61" hasCustomPrompt="1"/>
          </p:nvPr>
        </p:nvSpPr>
        <p:spPr>
          <a:xfrm>
            <a:off x="6235536" y="1780690"/>
            <a:ext cx="2606400"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sp>
        <p:nvSpPr>
          <p:cNvPr id="112" name="Chart Placeholder 16"/>
          <p:cNvSpPr>
            <a:spLocks noGrp="1"/>
          </p:cNvSpPr>
          <p:nvPr>
            <p:ph type="chart" sz="quarter" idx="62"/>
          </p:nvPr>
        </p:nvSpPr>
        <p:spPr>
          <a:xfrm>
            <a:off x="6235536" y="2120382"/>
            <a:ext cx="2606400" cy="1623641"/>
          </a:xfrm>
        </p:spPr>
        <p:txBody>
          <a:bodyPr>
            <a:normAutofit/>
          </a:bodyPr>
          <a:lstStyle>
            <a:lvl1pPr>
              <a:defRPr sz="1400">
                <a:solidFill>
                  <a:schemeClr val="tx1"/>
                </a:solidFill>
                <a:latin typeface="+mn-lt"/>
              </a:defRPr>
            </a:lvl1pPr>
          </a:lstStyle>
          <a:p>
            <a:r>
              <a:rPr lang="en-GB"/>
              <a:t>Click icon to add chart</a:t>
            </a:r>
          </a:p>
        </p:txBody>
      </p:sp>
      <p:sp>
        <p:nvSpPr>
          <p:cNvPr id="29"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153DC75D-50C8-42DD-AE8C-45A5A5C8E573}" type="datetime2">
              <a:rPr lang="en-US" noProof="1" smtClean="0"/>
              <a:t>Tuesday, March 10, 2026</a:t>
            </a:fld>
            <a:endParaRPr lang="en-GB" noProof="1"/>
          </a:p>
        </p:txBody>
      </p:sp>
      <p:sp>
        <p:nvSpPr>
          <p:cNvPr id="3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9" name="Content Placeholder 9"/>
          <p:cNvSpPr>
            <a:spLocks noGrp="1"/>
          </p:cNvSpPr>
          <p:nvPr>
            <p:ph sz="quarter" idx="11"/>
          </p:nvPr>
        </p:nvSpPr>
        <p:spPr>
          <a:xfrm>
            <a:off x="509312" y="4510882"/>
            <a:ext cx="2606050"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Content Placeholder 9"/>
          <p:cNvSpPr>
            <a:spLocks noGrp="1"/>
          </p:cNvSpPr>
          <p:nvPr>
            <p:ph sz="quarter" idx="63"/>
          </p:nvPr>
        </p:nvSpPr>
        <p:spPr>
          <a:xfrm>
            <a:off x="6235534" y="4510882"/>
            <a:ext cx="260804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1" name="Content Placeholder 51"/>
          <p:cNvSpPr>
            <a:spLocks noGrp="1"/>
          </p:cNvSpPr>
          <p:nvPr>
            <p:ph sz="quarter" idx="64" hasCustomPrompt="1"/>
          </p:nvPr>
        </p:nvSpPr>
        <p:spPr>
          <a:xfrm>
            <a:off x="3369575" y="4116538"/>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Subtitle appears here</a:t>
            </a:r>
          </a:p>
        </p:txBody>
      </p:sp>
      <p:sp>
        <p:nvSpPr>
          <p:cNvPr id="22" name="Content Placeholder 51"/>
          <p:cNvSpPr>
            <a:spLocks noGrp="1"/>
          </p:cNvSpPr>
          <p:nvPr>
            <p:ph sz="quarter" idx="65" hasCustomPrompt="1"/>
          </p:nvPr>
        </p:nvSpPr>
        <p:spPr>
          <a:xfrm>
            <a:off x="3369575" y="1780690"/>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sp>
        <p:nvSpPr>
          <p:cNvPr id="23" name="Chart Placeholder 16"/>
          <p:cNvSpPr>
            <a:spLocks noGrp="1"/>
          </p:cNvSpPr>
          <p:nvPr>
            <p:ph type="chart" sz="quarter" idx="66"/>
          </p:nvPr>
        </p:nvSpPr>
        <p:spPr>
          <a:xfrm>
            <a:off x="3369575" y="2120382"/>
            <a:ext cx="2606675" cy="1623641"/>
          </a:xfrm>
        </p:spPr>
        <p:txBody>
          <a:bodyPr>
            <a:normAutofit/>
          </a:bodyPr>
          <a:lstStyle>
            <a:lvl1pPr>
              <a:defRPr sz="1400">
                <a:solidFill>
                  <a:schemeClr val="tx1"/>
                </a:solidFill>
                <a:latin typeface="+mn-lt"/>
              </a:defRPr>
            </a:lvl1pPr>
          </a:lstStyle>
          <a:p>
            <a:r>
              <a:rPr lang="en-GB"/>
              <a:t>Click icon to add chart</a:t>
            </a:r>
          </a:p>
        </p:txBody>
      </p:sp>
      <p:sp>
        <p:nvSpPr>
          <p:cNvPr id="24" name="Content Placeholder 9"/>
          <p:cNvSpPr>
            <a:spLocks noGrp="1"/>
          </p:cNvSpPr>
          <p:nvPr>
            <p:ph sz="quarter" idx="67"/>
          </p:nvPr>
        </p:nvSpPr>
        <p:spPr>
          <a:xfrm>
            <a:off x="3370888" y="4510882"/>
            <a:ext cx="2606050"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7" name="Content Placeholder 51"/>
          <p:cNvSpPr>
            <a:spLocks noGrp="1"/>
          </p:cNvSpPr>
          <p:nvPr>
            <p:ph sz="quarter" idx="68" hasCustomPrompt="1"/>
          </p:nvPr>
        </p:nvSpPr>
        <p:spPr>
          <a:xfrm>
            <a:off x="9071193" y="4116538"/>
            <a:ext cx="2606400" cy="234616"/>
          </a:xfrm>
        </p:spPr>
        <p:txBody>
          <a:bodyPr vert="horz" wrap="square" lIns="0" tIns="0" rIns="0" bIns="0" rtlCol="0">
            <a:spAutoFit/>
          </a:bodyPr>
          <a:lstStyle>
            <a:lvl1pPr marL="0" indent="0" algn="l" defTabSz="1219170" rtl="0" eaLnBrk="1" latinLnBrk="0" hangingPunct="1">
              <a:lnSpc>
                <a:spcPct val="119000"/>
              </a:lnSpc>
              <a:spcBef>
                <a:spcPts val="0"/>
              </a:spcBef>
              <a:spcAft>
                <a:spcPts val="0"/>
              </a:spcAft>
              <a:buClr>
                <a:srgbClr val="F7D117"/>
              </a:buClr>
              <a:buSzPct val="120000"/>
              <a:buFont typeface="Wingdings" pitchFamily="2" charset="2"/>
              <a:buNone/>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Subtitle appears here</a:t>
            </a:r>
          </a:p>
        </p:txBody>
      </p:sp>
      <p:sp>
        <p:nvSpPr>
          <p:cNvPr id="48" name="Content Placeholder 51"/>
          <p:cNvSpPr>
            <a:spLocks noGrp="1"/>
          </p:cNvSpPr>
          <p:nvPr>
            <p:ph sz="quarter" idx="69" hasCustomPrompt="1"/>
          </p:nvPr>
        </p:nvSpPr>
        <p:spPr>
          <a:xfrm>
            <a:off x="9071193" y="1780690"/>
            <a:ext cx="2606400"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sp>
        <p:nvSpPr>
          <p:cNvPr id="49" name="Chart Placeholder 16"/>
          <p:cNvSpPr>
            <a:spLocks noGrp="1"/>
          </p:cNvSpPr>
          <p:nvPr>
            <p:ph type="chart" sz="quarter" idx="70"/>
          </p:nvPr>
        </p:nvSpPr>
        <p:spPr>
          <a:xfrm>
            <a:off x="9071193" y="2120382"/>
            <a:ext cx="2606400" cy="1623641"/>
          </a:xfrm>
        </p:spPr>
        <p:txBody>
          <a:bodyPr>
            <a:normAutofit/>
          </a:bodyPr>
          <a:lstStyle>
            <a:lvl1pPr>
              <a:defRPr sz="1400">
                <a:solidFill>
                  <a:schemeClr val="tx1"/>
                </a:solidFill>
                <a:latin typeface="+mn-lt"/>
              </a:defRPr>
            </a:lvl1pPr>
          </a:lstStyle>
          <a:p>
            <a:r>
              <a:rPr lang="en-GB"/>
              <a:t>Click icon to add chart</a:t>
            </a:r>
          </a:p>
        </p:txBody>
      </p:sp>
      <p:sp>
        <p:nvSpPr>
          <p:cNvPr id="50" name="Content Placeholder 9"/>
          <p:cNvSpPr>
            <a:spLocks noGrp="1"/>
          </p:cNvSpPr>
          <p:nvPr>
            <p:ph sz="quarter" idx="71"/>
          </p:nvPr>
        </p:nvSpPr>
        <p:spPr>
          <a:xfrm>
            <a:off x="9071191" y="4510882"/>
            <a:ext cx="260804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78725884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101" name="Picture 100"/>
          <p:cNvPicPr>
            <a:picLocks noChangeAspect="1"/>
          </p:cNvPicPr>
          <p:nvPr userDrawn="1"/>
        </p:nvPicPr>
        <p:blipFill rotWithShape="1">
          <a:blip r:embed="rId2">
            <a:extLst>
              <a:ext uri="{28A0092B-C50C-407E-A947-70E740481C1C}">
                <a14:useLocalDpi xmlns:a14="http://schemas.microsoft.com/office/drawing/2010/main" val="0"/>
              </a:ext>
            </a:extLst>
          </a:blip>
          <a:srcRect l="4658" t="3243" r="26982"/>
          <a:stretch/>
        </p:blipFill>
        <p:spPr>
          <a:xfrm flipH="1">
            <a:off x="0" y="0"/>
            <a:ext cx="8067404" cy="6858000"/>
          </a:xfrm>
          <a:prstGeom prst="rect">
            <a:avLst/>
          </a:prstGeom>
        </p:spPr>
      </p:pic>
      <p:sp>
        <p:nvSpPr>
          <p:cNvPr id="18" name="Title 1"/>
          <p:cNvSpPr>
            <a:spLocks noGrp="1"/>
          </p:cNvSpPr>
          <p:nvPr>
            <p:ph type="title"/>
          </p:nvPr>
        </p:nvSpPr>
        <p:spPr>
          <a:xfrm>
            <a:off x="7601520" y="4826000"/>
            <a:ext cx="4077539" cy="895962"/>
          </a:xfrm>
          <a:prstGeom prst="rect">
            <a:avLst/>
          </a:prstGeom>
        </p:spPr>
        <p:txBody>
          <a:bodyPr lIns="0" tIns="0" rIns="0" bIns="0"/>
          <a:lstStyle>
            <a:lvl1pPr algn="l">
              <a:defRPr sz="1600" b="0" cap="none" baseline="0">
                <a:solidFill>
                  <a:schemeClr val="tx1"/>
                </a:solidFill>
                <a:latin typeface="+mn-lt"/>
              </a:defRPr>
            </a:lvl1pPr>
          </a:lstStyle>
          <a:p>
            <a:r>
              <a:rPr lang="en-GB"/>
              <a:t>Click to edit Master title style</a:t>
            </a:r>
          </a:p>
        </p:txBody>
      </p:sp>
      <p:sp>
        <p:nvSpPr>
          <p:cNvPr id="25" name="Text Placeholder 2"/>
          <p:cNvSpPr>
            <a:spLocks noGrp="1"/>
          </p:cNvSpPr>
          <p:nvPr>
            <p:ph type="body" idx="1"/>
          </p:nvPr>
        </p:nvSpPr>
        <p:spPr>
          <a:xfrm>
            <a:off x="7601520" y="3258524"/>
            <a:ext cx="4077539" cy="1508861"/>
          </a:xfrm>
          <a:prstGeom prst="rect">
            <a:avLst/>
          </a:prstGeom>
        </p:spPr>
        <p:txBody>
          <a:bodyPr lIns="0" tIns="0" rIns="0" bIns="0" anchor="t" anchorCtr="0"/>
          <a:lstStyle>
            <a:lvl1pPr marL="0" indent="0">
              <a:lnSpc>
                <a:spcPct val="100000"/>
              </a:lnSpc>
              <a:spcAft>
                <a:spcPts val="0"/>
              </a:spcAft>
              <a:buNone/>
              <a:defRPr sz="3200" b="0" cap="none" baseline="0">
                <a:solidFill>
                  <a:schemeClr val="tx1"/>
                </a:solidFill>
                <a:latin typeface="+mj-lt"/>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a:t>Click to edit Master text styles</a:t>
            </a:r>
          </a:p>
        </p:txBody>
      </p:sp>
      <p:sp>
        <p:nvSpPr>
          <p:cNvPr id="34" name="Text Placeholder 13"/>
          <p:cNvSpPr>
            <a:spLocks noGrp="1"/>
          </p:cNvSpPr>
          <p:nvPr>
            <p:ph type="body" sz="quarter" idx="13" hasCustomPrompt="1"/>
          </p:nvPr>
        </p:nvSpPr>
        <p:spPr bwMode="gray">
          <a:xfrm>
            <a:off x="7619994" y="1908483"/>
            <a:ext cx="2724653" cy="1123888"/>
          </a:xfrm>
          <a:prstGeom prst="rect">
            <a:avLst/>
          </a:prstGeom>
        </p:spPr>
        <p:txBody>
          <a:bodyPr lIns="0" tIns="0" rIns="0" bIns="0"/>
          <a:lstStyle>
            <a:lvl1pPr marL="0" algn="l" defTabSz="1219170" rtl="0" eaLnBrk="1" latinLnBrk="0" hangingPunct="1">
              <a:lnSpc>
                <a:spcPct val="100000"/>
              </a:lnSpc>
              <a:buClr>
                <a:srgbClr val="DD1D21"/>
              </a:buClr>
              <a:buSzPct val="85000"/>
              <a:buNone/>
              <a:tabLst>
                <a:tab pos="1081088" algn="l"/>
              </a:tabLst>
              <a:defRPr lang="en-GB" sz="7300" kern="10000" spc="-600" baseline="0" dirty="0">
                <a:ln w="3175">
                  <a:noFill/>
                </a:ln>
                <a:solidFill>
                  <a:schemeClr val="accent2"/>
                </a:solidFill>
                <a:latin typeface="ShellHeavy" panose="00000700000000000000" pitchFamily="2" charset="0"/>
                <a:ea typeface="ShellHeavy" panose="00000700000000000000" pitchFamily="2" charset="0"/>
                <a:cs typeface="ShellHeavy" panose="00000700000000000000" pitchFamily="2" charset="0"/>
              </a:defRPr>
            </a:lvl1pPr>
          </a:lstStyle>
          <a:p>
            <a:pPr lvl="0"/>
            <a:r>
              <a:rPr lang="en-GB"/>
              <a:t>0.1</a:t>
            </a:r>
          </a:p>
        </p:txBody>
      </p:sp>
      <p:sp>
        <p:nvSpPr>
          <p:cNvPr id="14"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55C068EB-6022-41A8-9D68-8392A1198BB3}" type="datetime2">
              <a:rPr lang="en-US" noProof="1" smtClean="0"/>
              <a:t>Tuesday, March 10, 2026</a:t>
            </a:fld>
            <a:endParaRPr lang="en-GB" noProof="1"/>
          </a:p>
        </p:txBody>
      </p:sp>
      <p:sp>
        <p:nvSpPr>
          <p:cNvPr id="15" name="Text Box 11" descr="&lt;COMPANY_NAME&gt;"/>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16" name="Rectangle 15"/>
          <p:cNvSpPr/>
          <p:nvPr userDrawn="1"/>
        </p:nvSpPr>
        <p:spPr bwMode="gray">
          <a:xfrm>
            <a:off x="-4046" y="483102"/>
            <a:ext cx="1394397" cy="184552"/>
          </a:xfrm>
          <a:prstGeom prst="rect">
            <a:avLst/>
          </a:prstGeom>
          <a:solidFill>
            <a:srgbClr val="FFFFFF"/>
          </a:solidFill>
          <a:ln w="3175">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32" name="Rectangle 31"/>
          <p:cNvSpPr/>
          <p:nvPr userDrawn="1"/>
        </p:nvSpPr>
        <p:spPr bwMode="white">
          <a:xfrm>
            <a:off x="501606" y="488935"/>
            <a:ext cx="1311092" cy="11880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3" name="Picture Placeholder 2"/>
          <p:cNvSpPr>
            <a:spLocks noGrp="1"/>
          </p:cNvSpPr>
          <p:nvPr>
            <p:ph type="pic" sz="quarter" idx="12"/>
          </p:nvPr>
        </p:nvSpPr>
        <p:spPr bwMode="auto">
          <a:xfrm>
            <a:off x="5578475" y="0"/>
            <a:ext cx="6616248" cy="6857999"/>
          </a:xfrm>
          <a:prstGeom prst="rect">
            <a:avLst/>
          </a:prstGeom>
          <a:noFill/>
          <a:ln w="9525" algn="ctr">
            <a:noFill/>
            <a:miter lim="800000"/>
            <a:headEnd/>
            <a:tailEnd/>
          </a:ln>
        </p:spPr>
        <p:txBody>
          <a:bodyPr/>
          <a:lstStyle>
            <a:lvl1pPr>
              <a:defRPr sz="2133"/>
            </a:lvl1pPr>
          </a:lstStyle>
          <a:p>
            <a:r>
              <a:rPr lang="en-GB"/>
              <a:t>Click icon to add picture</a:t>
            </a:r>
          </a:p>
        </p:txBody>
      </p:sp>
      <p:sp>
        <p:nvSpPr>
          <p:cNvPr id="17" name="Rectangle 2"/>
          <p:cNvSpPr>
            <a:spLocks noGrp="1" noChangeArrowheads="1"/>
          </p:cNvSpPr>
          <p:nvPr>
            <p:ph type="ctrTitle"/>
          </p:nvPr>
        </p:nvSpPr>
        <p:spPr>
          <a:xfrm>
            <a:off x="765175" y="3258523"/>
            <a:ext cx="4066542" cy="1508861"/>
          </a:xfrm>
          <a:noFill/>
        </p:spPr>
        <p:txBody>
          <a:bodyPr lIns="0" tIns="0" rIns="0"/>
          <a:lstStyle>
            <a:lvl1pPr>
              <a:defRPr sz="3200" kern="1200" cap="none" spc="0" baseline="0">
                <a:solidFill>
                  <a:schemeClr val="tx1"/>
                </a:solidFill>
                <a:latin typeface="+mj-lt"/>
                <a:cs typeface="Arial" pitchFamily="34" charset="0"/>
              </a:defRPr>
            </a:lvl1pPr>
          </a:lstStyle>
          <a:p>
            <a:r>
              <a:rPr lang="en-GB"/>
              <a:t>Click to edit Master title style</a:t>
            </a:r>
          </a:p>
        </p:txBody>
      </p:sp>
      <p:sp>
        <p:nvSpPr>
          <p:cNvPr id="19" name="Rectangle 3"/>
          <p:cNvSpPr>
            <a:spLocks noGrp="1" noChangeArrowheads="1"/>
          </p:cNvSpPr>
          <p:nvPr>
            <p:ph type="subTitle" idx="1"/>
          </p:nvPr>
        </p:nvSpPr>
        <p:spPr>
          <a:xfrm>
            <a:off x="772990" y="4826586"/>
            <a:ext cx="4066542" cy="895376"/>
          </a:xfrm>
        </p:spPr>
        <p:txBody>
          <a:bodyPr/>
          <a:lstStyle>
            <a:lvl1pPr marL="0" indent="0">
              <a:lnSpc>
                <a:spcPct val="90000"/>
              </a:lnSpc>
              <a:spcBef>
                <a:spcPct val="0"/>
              </a:spcBef>
              <a:spcAft>
                <a:spcPts val="0"/>
              </a:spcAft>
              <a:buFont typeface="Wingdings" pitchFamily="2" charset="2"/>
              <a:buNone/>
              <a:defRPr lang="en-GB" sz="1600" kern="1200" baseline="0" dirty="0">
                <a:solidFill>
                  <a:schemeClr val="tx1"/>
                </a:solidFill>
                <a:latin typeface="+mn-lt"/>
                <a:ea typeface="+mn-ea"/>
                <a:cs typeface="+mn-cs"/>
              </a:defRPr>
            </a:lvl1pPr>
          </a:lstStyle>
          <a:p>
            <a:r>
              <a:rPr lang="en-GB"/>
              <a:t>Click to edit Master subtitle style</a:t>
            </a:r>
          </a:p>
        </p:txBody>
      </p:sp>
      <p:sp>
        <p:nvSpPr>
          <p:cNvPr id="18"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A0B94CF5-4EC5-4DB6-A970-1098FA19853D}" type="datetime2">
              <a:rPr lang="en-US" noProof="1" smtClean="0"/>
              <a:t>Tuesday, March 10, 2026</a:t>
            </a:fld>
            <a:endParaRPr lang="en-GB" noProof="1"/>
          </a:p>
        </p:txBody>
      </p:sp>
    </p:spTree>
    <p:extLst>
      <p:ext uri="{BB962C8B-B14F-4D97-AF65-F5344CB8AC3E}">
        <p14:creationId xmlns:p14="http://schemas.microsoft.com/office/powerpoint/2010/main" val="2291707099"/>
      </p:ext>
    </p:extLst>
  </p:cSld>
  <p:clrMapOvr>
    <a:masterClrMapping/>
  </p:clrMapOvr>
  <p:transition/>
  <p:extLst>
    <p:ext uri="{DCECCB84-F9BA-43D5-87BE-67443E8EF086}">
      <p15:sldGuideLst xmlns:p15="http://schemas.microsoft.com/office/powerpoint/2012/main">
        <p15:guide id="1" orient="horz" pos="2160" userDrawn="1">
          <p15:clr>
            <a:srgbClr val="FBAE40"/>
          </p15:clr>
        </p15:guide>
        <p15:guide id="2" orient="horz" pos="2260" userDrawn="1">
          <p15:clr>
            <a:srgbClr val="FBAE40"/>
          </p15:clr>
        </p15:guide>
        <p15:guide id="3" orient="horz" pos="23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lnSpc>
                <a:spcPct val="100000"/>
              </a:lnSpc>
              <a:defRPr lang="en-US" sz="2400" b="0" kern="1200" cap="none" baseline="0" noProof="0" dirty="0" smtClean="0">
                <a:solidFill>
                  <a:schemeClr val="tx1"/>
                </a:solidFill>
                <a:latin typeface="+mj-lt"/>
                <a:ea typeface="+mj-ea"/>
                <a:cs typeface="+mj-cs"/>
              </a:defRPr>
            </a:lvl1pPr>
          </a:lstStyle>
          <a:p>
            <a:pPr lvl="0" algn="l" defTabSz="1219170" rtl="0" eaLnBrk="1" latinLnBrk="0" hangingPunct="1">
              <a:lnSpc>
                <a:spcPct val="95000"/>
              </a:lnSpc>
              <a:spcBef>
                <a:spcPct val="0"/>
              </a:spcBef>
              <a:buNone/>
            </a:pPr>
            <a:r>
              <a:rPr lang="en-GB"/>
              <a:t>Click to edit Master title style</a:t>
            </a:r>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4"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7"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9D82C1E2-8127-4EE0-B6D3-877A5C3B3D64}" type="datetime2">
              <a:rPr lang="en-US" noProof="1" smtClean="0"/>
              <a:t>Tuesday, March 10, 2026</a:t>
            </a:fld>
            <a:endParaRPr lang="en-GB"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ation - Full Screen image">
    <p:spTree>
      <p:nvGrpSpPr>
        <p:cNvPr id="1" name=""/>
        <p:cNvGrpSpPr/>
        <p:nvPr/>
      </p:nvGrpSpPr>
      <p:grpSpPr>
        <a:xfrm>
          <a:off x="0" y="0"/>
          <a:ext cx="0" cy="0"/>
          <a:chOff x="0" y="0"/>
          <a:chExt cx="0" cy="0"/>
        </a:xfrm>
      </p:grpSpPr>
      <p:sp>
        <p:nvSpPr>
          <p:cNvPr id="6" name="Picture Placeholder 2" descr="&lt;ignore&gt;"/>
          <p:cNvSpPr>
            <a:spLocks noGrp="1"/>
          </p:cNvSpPr>
          <p:nvPr>
            <p:ph type="pic" sz="quarter" idx="12"/>
          </p:nvPr>
        </p:nvSpPr>
        <p:spPr bwMode="auto">
          <a:xfrm>
            <a:off x="0" y="0"/>
            <a:ext cx="12194382" cy="6858000"/>
          </a:xfrm>
          <a:prstGeom prst="rect">
            <a:avLst/>
          </a:prstGeom>
          <a:noFill/>
          <a:ln w="3175" algn="ctr">
            <a:noFill/>
            <a:miter lim="800000"/>
            <a:headEnd/>
            <a:tailEnd/>
          </a:ln>
        </p:spPr>
        <p:txBody>
          <a:bodyPr/>
          <a:lstStyle>
            <a:lvl1pPr>
              <a:defRPr sz="2133"/>
            </a:lvl1pPr>
          </a:lstStyle>
          <a:p>
            <a:r>
              <a:rPr lang="en-GB"/>
              <a:t>Click icon to add picture</a:t>
            </a:r>
          </a:p>
        </p:txBody>
      </p:sp>
      <p:sp>
        <p:nvSpPr>
          <p:cNvPr id="8"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716CDF80-4119-4B0D-8101-AAE516F4B779}" type="datetime2">
              <a:rPr lang="en-US" noProof="1" smtClean="0"/>
              <a:t>Tuesday, March 10, 2026</a:t>
            </a:fld>
            <a:endParaRPr lang="en-GB" noProof="1"/>
          </a:p>
        </p:txBody>
      </p:sp>
      <p:sp>
        <p:nvSpPr>
          <p:cNvPr id="14"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6"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3" name="Text Placeholder 2" descr="&lt;IGNORE&gt;" title="&lt;IGNORE&gt;"/>
          <p:cNvSpPr>
            <a:spLocks noGrp="1"/>
          </p:cNvSpPr>
          <p:nvPr>
            <p:ph type="body" sz="quarter" idx="13"/>
          </p:nvPr>
        </p:nvSpPr>
        <p:spPr>
          <a:xfrm>
            <a:off x="513179" y="1681888"/>
            <a:ext cx="11166561" cy="2861742"/>
          </a:xfrm>
        </p:spPr>
        <p:txBody>
          <a:bodyPr/>
          <a:lstStyle>
            <a:lvl1pPr>
              <a:lnSpc>
                <a:spcPct val="110000"/>
              </a:lnSpc>
              <a:defRPr lang="en-US" sz="3600" b="0" kern="1200" dirty="0" smtClean="0">
                <a:solidFill>
                  <a:schemeClr val="tx1"/>
                </a:solidFill>
                <a:latin typeface="+mj-lt"/>
                <a:ea typeface="+mn-ea"/>
                <a:cs typeface="+mn-cs"/>
              </a:defRPr>
            </a:lvl1pPr>
          </a:lstStyle>
          <a:p>
            <a:pPr lvl="0"/>
            <a:r>
              <a:rPr lang="en-GB"/>
              <a:t>Click to edit Master text styles</a:t>
            </a:r>
          </a:p>
        </p:txBody>
      </p:sp>
    </p:spTree>
    <p:extLst>
      <p:ext uri="{BB962C8B-B14F-4D97-AF65-F5344CB8AC3E}">
        <p14:creationId xmlns:p14="http://schemas.microsoft.com/office/powerpoint/2010/main" val="131366235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amp;A">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4235" t="4524"/>
          <a:stretch/>
        </p:blipFill>
        <p:spPr>
          <a:xfrm>
            <a:off x="0" y="0"/>
            <a:ext cx="12192000" cy="6858000"/>
          </a:xfrm>
          <a:prstGeom prst="rect">
            <a:avLst/>
          </a:prstGeom>
        </p:spPr>
      </p:pic>
      <p:pic>
        <p:nvPicPr>
          <p:cNvPr id="14" name="Picture 13"/>
          <p:cNvPicPr>
            <a:picLocks noChangeAspect="1"/>
          </p:cNvPicPr>
          <p:nvPr userDrawn="1"/>
        </p:nvPicPr>
        <p:blipFill rotWithShape="1">
          <a:blip r:embed="rId3">
            <a:extLst>
              <a:ext uri="{28A0092B-C50C-407E-A947-70E740481C1C}">
                <a14:useLocalDpi xmlns:a14="http://schemas.microsoft.com/office/drawing/2010/main" val="0"/>
              </a:ext>
            </a:extLst>
          </a:blip>
          <a:srcRect t="21234" r="47297" b="27130"/>
          <a:stretch/>
        </p:blipFill>
        <p:spPr>
          <a:xfrm>
            <a:off x="5207633" y="0"/>
            <a:ext cx="6999607" cy="6858000"/>
          </a:xfrm>
          <a:prstGeom prst="rect">
            <a:avLst/>
          </a:prstGeom>
        </p:spPr>
      </p:pic>
      <p:sp>
        <p:nvSpPr>
          <p:cNvPr id="24" name="Title 1"/>
          <p:cNvSpPr>
            <a:spLocks noGrp="1"/>
          </p:cNvSpPr>
          <p:nvPr>
            <p:ph type="title" hasCustomPrompt="1"/>
          </p:nvPr>
        </p:nvSpPr>
        <p:spPr>
          <a:xfrm>
            <a:off x="766800" y="2344620"/>
            <a:ext cx="5187472" cy="1362075"/>
          </a:xfrm>
          <a:prstGeom prst="rect">
            <a:avLst/>
          </a:prstGeom>
        </p:spPr>
        <p:txBody>
          <a:bodyPr lIns="0" tIns="0" rIns="0" bIns="0"/>
          <a:lstStyle>
            <a:lvl1pPr algn="l">
              <a:defRPr sz="1400" b="0" cap="none" baseline="0">
                <a:solidFill>
                  <a:schemeClr val="tx1"/>
                </a:solidFill>
                <a:latin typeface="ShellMedium" panose="00000600000000000000" pitchFamily="2" charset="0"/>
              </a:defRPr>
            </a:lvl1pPr>
          </a:lstStyle>
          <a:p>
            <a:r>
              <a:rPr lang="en-GB"/>
              <a:t>Click to edit Master title style, if required</a:t>
            </a:r>
          </a:p>
        </p:txBody>
      </p:sp>
      <p:sp>
        <p:nvSpPr>
          <p:cNvPr id="25" name="Text Placeholder 2"/>
          <p:cNvSpPr>
            <a:spLocks noGrp="1"/>
          </p:cNvSpPr>
          <p:nvPr>
            <p:ph type="body" idx="1" hasCustomPrompt="1"/>
          </p:nvPr>
        </p:nvSpPr>
        <p:spPr>
          <a:xfrm>
            <a:off x="766800" y="723550"/>
            <a:ext cx="6375761" cy="1400214"/>
          </a:xfrm>
          <a:prstGeom prst="rect">
            <a:avLst/>
          </a:prstGeom>
        </p:spPr>
        <p:txBody>
          <a:bodyPr lIns="0" tIns="0" rIns="0" bIns="0" anchor="t" anchorCtr="0"/>
          <a:lstStyle>
            <a:lvl1pPr marL="0" indent="0">
              <a:lnSpc>
                <a:spcPct val="100000"/>
              </a:lnSpc>
              <a:spcAft>
                <a:spcPts val="0"/>
              </a:spcAft>
              <a:buNone/>
              <a:defRPr sz="9600" b="0" cap="none" baseline="0">
                <a:solidFill>
                  <a:schemeClr val="accent1"/>
                </a:solidFill>
                <a:latin typeface="ShellHeavy" panose="00000700000000000000" pitchFamily="2"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a:t>Q&amp;A</a:t>
            </a:r>
          </a:p>
        </p:txBody>
      </p:sp>
      <p:sp>
        <p:nvSpPr>
          <p:cNvPr id="26" name="Rectangle 4" descr="Rectangle 4"/>
          <p:cNvSpPr>
            <a:spLocks noGrp="1" noChangeArrowheads="1"/>
          </p:cNvSpPr>
          <p:nvPr>
            <p:ph type="dt" sz="half" idx="2"/>
          </p:nvPr>
        </p:nvSpPr>
        <p:spPr bwMode="gray">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bg1"/>
                </a:solidFill>
                <a:latin typeface="+mn-lt"/>
                <a:ea typeface="+mn-ea"/>
                <a:cs typeface="Arial" pitchFamily="34" charset="0"/>
              </a:defRPr>
            </a:lvl1pPr>
          </a:lstStyle>
          <a:p>
            <a:pPr>
              <a:defRPr/>
            </a:pPr>
            <a:fld id="{F3228340-A150-49D6-9019-BEB86C818C1C}" type="datetime2">
              <a:rPr lang="en-US" noProof="1" smtClean="0"/>
              <a:t>Tuesday, March 10, 2026</a:t>
            </a:fld>
            <a:endParaRPr lang="en-GB" noProof="1"/>
          </a:p>
        </p:txBody>
      </p:sp>
      <p:sp>
        <p:nvSpPr>
          <p:cNvPr id="27" name="Text Box 11" descr="&lt;COMPANY_NAME&gt;"/>
          <p:cNvSpPr txBox="1">
            <a:spLocks noChangeArrowheads="1"/>
          </p:cNvSpPr>
          <p:nvPr userDrawn="1"/>
        </p:nvSpPr>
        <p:spPr bwMode="gray">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bg1"/>
                </a:solidFill>
                <a:latin typeface="+mn-lt"/>
                <a:cs typeface="Arial" pitchFamily="34" charset="0"/>
              </a:rPr>
              <a:t>Copyright of Shell International B.V.</a:t>
            </a:r>
          </a:p>
        </p:txBody>
      </p:sp>
      <p:sp>
        <p:nvSpPr>
          <p:cNvPr id="28" name="Rectangle 6" descr="Rectangle 6"/>
          <p:cNvSpPr>
            <a:spLocks noGrp="1" noChangeArrowheads="1"/>
          </p:cNvSpPr>
          <p:nvPr>
            <p:ph type="sldNum" sz="quarter" idx="4"/>
          </p:nvPr>
        </p:nvSpPr>
        <p:spPr bwMode="gray">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bg1"/>
                </a:solidFill>
                <a:latin typeface="+mn-lt"/>
                <a:cs typeface="Arial" pitchFamily="34" charset="0"/>
              </a:defRPr>
            </a:lvl1pPr>
          </a:lstStyle>
          <a:p>
            <a:fld id="{D32BAE6A-B452-4007-8177-56DD051636F9}" type="slidenum">
              <a:rPr lang="en-GB" noProof="1" smtClean="0"/>
              <a:pPr/>
              <a:t>‹#›</a:t>
            </a:fld>
            <a:endParaRPr lang="en-GB" noProof="1"/>
          </a:p>
        </p:txBody>
      </p:sp>
      <p:sp>
        <p:nvSpPr>
          <p:cNvPr id="29" name="Rectangle 5"/>
          <p:cNvSpPr>
            <a:spLocks noGrp="1" noChangeArrowheads="1"/>
          </p:cNvSpPr>
          <p:nvPr>
            <p:ph type="ftr" sz="quarter" idx="3"/>
          </p:nvPr>
        </p:nvSpPr>
        <p:spPr bwMode="gray">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bg1"/>
                </a:solidFill>
                <a:latin typeface="+mn-lt"/>
                <a:cs typeface="Arial" pitchFamily="34" charset="0"/>
              </a:defRPr>
            </a:lvl1pPr>
          </a:lstStyle>
          <a:p>
            <a:pPr>
              <a:defRPr/>
            </a:pPr>
            <a:r>
              <a:rPr lang="en-GB" noProof="1"/>
              <a:t> </a:t>
            </a: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amp;A - Opttion 2">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t="21234" r="47297" b="27130"/>
          <a:stretch/>
        </p:blipFill>
        <p:spPr>
          <a:xfrm>
            <a:off x="5207633" y="0"/>
            <a:ext cx="6999607" cy="6858000"/>
          </a:xfrm>
          <a:prstGeom prst="rect">
            <a:avLst/>
          </a:prstGeom>
        </p:spPr>
      </p:pic>
      <p:sp>
        <p:nvSpPr>
          <p:cNvPr id="24" name="Title 1"/>
          <p:cNvSpPr>
            <a:spLocks noGrp="1"/>
          </p:cNvSpPr>
          <p:nvPr>
            <p:ph type="title" hasCustomPrompt="1"/>
          </p:nvPr>
        </p:nvSpPr>
        <p:spPr>
          <a:xfrm>
            <a:off x="766800" y="4169538"/>
            <a:ext cx="5187472" cy="1362075"/>
          </a:xfrm>
          <a:prstGeom prst="rect">
            <a:avLst/>
          </a:prstGeom>
        </p:spPr>
        <p:txBody>
          <a:bodyPr lIns="0" tIns="0" rIns="0" bIns="0"/>
          <a:lstStyle>
            <a:lvl1pPr algn="l">
              <a:defRPr sz="1400" b="0" cap="none" baseline="0">
                <a:solidFill>
                  <a:schemeClr val="tx1"/>
                </a:solidFill>
                <a:latin typeface="ShellMedium" panose="00000600000000000000" pitchFamily="2" charset="0"/>
              </a:defRPr>
            </a:lvl1pPr>
          </a:lstStyle>
          <a:p>
            <a:r>
              <a:rPr lang="en-GB"/>
              <a:t>Click to edit Master title style, if required</a:t>
            </a:r>
          </a:p>
        </p:txBody>
      </p:sp>
      <p:sp>
        <p:nvSpPr>
          <p:cNvPr id="25" name="Text Placeholder 2"/>
          <p:cNvSpPr>
            <a:spLocks noGrp="1"/>
          </p:cNvSpPr>
          <p:nvPr>
            <p:ph type="body" idx="1" hasCustomPrompt="1"/>
          </p:nvPr>
        </p:nvSpPr>
        <p:spPr>
          <a:xfrm>
            <a:off x="766800" y="2548468"/>
            <a:ext cx="6375761" cy="1400214"/>
          </a:xfrm>
          <a:prstGeom prst="rect">
            <a:avLst/>
          </a:prstGeom>
        </p:spPr>
        <p:txBody>
          <a:bodyPr lIns="0" tIns="0" rIns="0" bIns="0" anchor="t" anchorCtr="0"/>
          <a:lstStyle>
            <a:lvl1pPr marL="0" indent="0">
              <a:lnSpc>
                <a:spcPct val="100000"/>
              </a:lnSpc>
              <a:spcAft>
                <a:spcPts val="0"/>
              </a:spcAft>
              <a:buNone/>
              <a:defRPr sz="9600" b="0" cap="none" baseline="0">
                <a:solidFill>
                  <a:schemeClr val="accent2"/>
                </a:solidFill>
                <a:latin typeface="ShellHeavy" panose="00000700000000000000" pitchFamily="2"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a:t>Q&amp;A</a:t>
            </a:r>
          </a:p>
        </p:txBody>
      </p:sp>
      <p:sp>
        <p:nvSpPr>
          <p:cNvPr id="2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3603689E-3ED3-4E27-86EE-7F35368F6011}" type="datetime2">
              <a:rPr lang="en-US" noProof="1" smtClean="0"/>
              <a:t>Tuesday, March 10, 2026</a:t>
            </a:fld>
            <a:endParaRPr lang="en-GB" noProof="1"/>
          </a:p>
        </p:txBody>
      </p:sp>
      <p:sp>
        <p:nvSpPr>
          <p:cNvPr id="2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9"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Tree>
    <p:extLst>
      <p:ext uri="{BB962C8B-B14F-4D97-AF65-F5344CB8AC3E}">
        <p14:creationId xmlns:p14="http://schemas.microsoft.com/office/powerpoint/2010/main" val="78910811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0"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E4CAA0C1-3712-49F9-B5C9-6AD5F052D209}" type="datetime2">
              <a:rPr lang="en-US" noProof="1" smtClean="0"/>
              <a:t>Tuesday, March 10, 2026</a:t>
            </a:fld>
            <a:endParaRPr lang="en-GB" noProof="1"/>
          </a:p>
        </p:txBody>
      </p:sp>
      <p:sp>
        <p:nvSpPr>
          <p:cNvPr id="1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2"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 Slide (Mandatory)">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0208" y="1257010"/>
            <a:ext cx="4316400" cy="4316400"/>
          </a:xfrm>
          <a:prstGeom prst="rect">
            <a:avLst/>
          </a:prstGeom>
        </p:spPr>
      </p:pic>
    </p:spTree>
  </p:cSld>
  <p:clrMapOvr>
    <a:masterClrMapping/>
  </p:clrMapOvr>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3" name="Rectangle 102"/>
          <p:cNvSpPr/>
          <p:nvPr userDrawn="1"/>
        </p:nvSpPr>
        <p:spPr bwMode="gray">
          <a:xfrm>
            <a:off x="0" y="4313786"/>
            <a:ext cx="12192000" cy="2544214"/>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bg1"/>
              </a:solidFill>
            </a:endParaRPr>
          </a:p>
        </p:txBody>
      </p:sp>
      <p:sp>
        <p:nvSpPr>
          <p:cNvPr id="28" name="Rectangle 2"/>
          <p:cNvSpPr>
            <a:spLocks noGrp="1" noChangeArrowheads="1"/>
          </p:cNvSpPr>
          <p:nvPr userDrawn="1">
            <p:ph type="ctrTitle"/>
          </p:nvPr>
        </p:nvSpPr>
        <p:spPr>
          <a:xfrm>
            <a:off x="1779490" y="951614"/>
            <a:ext cx="9899747" cy="918000"/>
          </a:xfrm>
          <a:noFill/>
        </p:spPr>
        <p:txBody>
          <a:bodyPr lIns="0" tIns="0" rIns="0" anchor="ctr" anchorCtr="0"/>
          <a:lstStyle>
            <a:lvl1pPr>
              <a:lnSpc>
                <a:spcPct val="110000"/>
              </a:lnSpc>
              <a:defRPr sz="2800" b="0" kern="1200" cap="none" spc="0" baseline="0">
                <a:solidFill>
                  <a:schemeClr val="tx1"/>
                </a:solidFill>
                <a:latin typeface="ShellBold" panose="00000800000000000000" pitchFamily="50" charset="0"/>
                <a:cs typeface="Arial" pitchFamily="34" charset="0"/>
              </a:defRPr>
            </a:lvl1pPr>
          </a:lstStyle>
          <a:p>
            <a:r>
              <a:rPr lang="en-GB"/>
              <a:t>Click to edit Master title style</a:t>
            </a:r>
          </a:p>
        </p:txBody>
      </p:sp>
      <p:sp>
        <p:nvSpPr>
          <p:cNvPr id="29" name="Rectangle 3"/>
          <p:cNvSpPr>
            <a:spLocks noGrp="1" noChangeArrowheads="1"/>
          </p:cNvSpPr>
          <p:nvPr userDrawn="1">
            <p:ph type="subTitle" idx="1"/>
          </p:nvPr>
        </p:nvSpPr>
        <p:spPr>
          <a:xfrm>
            <a:off x="1779490" y="3310197"/>
            <a:ext cx="9899747" cy="749808"/>
          </a:xfrm>
        </p:spPr>
        <p:txBody>
          <a:bodyPr anchor="b" anchorCtr="0"/>
          <a:lstStyle>
            <a:lvl1pPr marL="0" indent="0">
              <a:lnSpc>
                <a:spcPct val="100000"/>
              </a:lnSpc>
              <a:spcBef>
                <a:spcPct val="0"/>
              </a:spcBef>
              <a:spcAft>
                <a:spcPts val="0"/>
              </a:spcAft>
              <a:buFont typeface="Wingdings" pitchFamily="2" charset="2"/>
              <a:buNone/>
              <a:defRPr sz="1800" baseline="0">
                <a:solidFill>
                  <a:schemeClr val="tx1"/>
                </a:solidFill>
                <a:latin typeface="+mn-lt"/>
                <a:cs typeface="Arial" pitchFamily="34" charset="0"/>
              </a:defRPr>
            </a:lvl1pPr>
          </a:lstStyle>
          <a:p>
            <a:r>
              <a:rPr lang="en-GB"/>
              <a:t>Click to edit Master subtitle style</a:t>
            </a:r>
          </a:p>
        </p:txBody>
      </p:sp>
      <p:sp>
        <p:nvSpPr>
          <p:cNvPr id="32" name="Text Placeholder 31"/>
          <p:cNvSpPr>
            <a:spLocks noGrp="1"/>
          </p:cNvSpPr>
          <p:nvPr userDrawn="1">
            <p:ph type="body" sz="quarter" idx="10" hasCustomPrompt="1"/>
          </p:nvPr>
        </p:nvSpPr>
        <p:spPr>
          <a:xfrm>
            <a:off x="1779490" y="4588235"/>
            <a:ext cx="7810528" cy="237600"/>
          </a:xfrm>
        </p:spPr>
        <p:txBody>
          <a:bodyPr anchor="t" anchorCtr="0"/>
          <a:lstStyle>
            <a:lvl1pPr>
              <a:lnSpc>
                <a:spcPct val="100000"/>
              </a:lnSpc>
              <a:buNone/>
              <a:defRPr sz="1400">
                <a:solidFill>
                  <a:schemeClr val="tx1"/>
                </a:solidFill>
                <a:latin typeface="ShellBold" panose="00000800000000000000" pitchFamily="50" charset="0"/>
              </a:defRPr>
            </a:lvl1pPr>
          </a:lstStyle>
          <a:p>
            <a:pPr lvl="0"/>
            <a:r>
              <a:rPr lang="en-GB"/>
              <a:t>Click to insert Author’s Name</a:t>
            </a:r>
          </a:p>
        </p:txBody>
      </p:sp>
      <p:sp>
        <p:nvSpPr>
          <p:cNvPr id="33" name="Text Placeholder 31"/>
          <p:cNvSpPr>
            <a:spLocks noGrp="1"/>
          </p:cNvSpPr>
          <p:nvPr userDrawn="1">
            <p:ph type="body" sz="quarter" idx="11" hasCustomPrompt="1"/>
          </p:nvPr>
        </p:nvSpPr>
        <p:spPr>
          <a:xfrm>
            <a:off x="1779490" y="4840064"/>
            <a:ext cx="7810528" cy="237600"/>
          </a:xfrm>
        </p:spPr>
        <p:txBody>
          <a:bodyPr anchor="t" anchorCtr="0"/>
          <a:lstStyle>
            <a:lvl1pPr>
              <a:lnSpc>
                <a:spcPct val="100000"/>
              </a:lnSpc>
              <a:buNone/>
              <a:defRPr sz="1400">
                <a:solidFill>
                  <a:schemeClr val="tx1"/>
                </a:solidFill>
                <a:latin typeface="+mn-lt"/>
              </a:defRPr>
            </a:lvl1pPr>
          </a:lstStyle>
          <a:p>
            <a:pPr lvl="0"/>
            <a:r>
              <a:rPr lang="en-GB"/>
              <a:t>Click to insert Role in Organisation</a:t>
            </a:r>
          </a:p>
        </p:txBody>
      </p:sp>
      <p:sp>
        <p:nvSpPr>
          <p:cNvPr id="24"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5"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9" name="Rectangle 18" descr="&lt;Shell Yellow Bar&gt;" title="&lt;Shell Yellow Bar&gt;"/>
          <p:cNvSpPr/>
          <p:nvPr userDrawn="1"/>
        </p:nvSpPr>
        <p:spPr bwMode="gray">
          <a:xfrm>
            <a:off x="1778011" y="761998"/>
            <a:ext cx="1269984" cy="762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pic>
        <p:nvPicPr>
          <p:cNvPr id="20" name="Picture 19" descr="PECTEN.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7000" y="645968"/>
            <a:ext cx="1524000" cy="1524000"/>
          </a:xfrm>
          <a:prstGeom prst="rect">
            <a:avLst/>
          </a:prstGeom>
        </p:spPr>
      </p:pic>
      <p:sp>
        <p:nvSpPr>
          <p:cNvPr id="8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87"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3" name="TextBox 12" descr="CONFIDENTIAL_TAG_0xFFEE">
            <a:extLst>
              <a:ext uri="{FF2B5EF4-FFF2-40B4-BE49-F238E27FC236}">
                <a16:creationId xmlns:a16="http://schemas.microsoft.com/office/drawing/2014/main" id="{4D4C85D6-71ED-4170-AF1F-70DA2C999397}"/>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3629008818"/>
      </p:ext>
    </p:extLst>
  </p:cSld>
  <p:clrMapOvr>
    <a:masterClrMapping/>
  </p:clrMapOvr>
  <p:transition/>
  <p:hf hdr="0"/>
  <p:extLst>
    <p:ext uri="{DCECCB84-F9BA-43D5-87BE-67443E8EF086}">
      <p15:sldGuideLst xmlns:p15="http://schemas.microsoft.com/office/powerpoint/2012/main">
        <p15:guide id="1" pos="198">
          <p15:clr>
            <a:srgbClr val="FBAE40"/>
          </p15:clr>
        </p15:guide>
        <p15:guide id="4" pos="7357">
          <p15:clr>
            <a:srgbClr val="FBAE40"/>
          </p15:clr>
        </p15:guide>
        <p15:guide id="5" pos="1121">
          <p15:clr>
            <a:srgbClr val="FBAE40"/>
          </p15:clr>
        </p15:guide>
        <p15:guide id="6" orient="horz" pos="4074">
          <p15:clr>
            <a:srgbClr val="FBAE40"/>
          </p15:clr>
        </p15:guide>
        <p15:guide id="7"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2">
    <p:spTree>
      <p:nvGrpSpPr>
        <p:cNvPr id="1" name=""/>
        <p:cNvGrpSpPr/>
        <p:nvPr/>
      </p:nvGrpSpPr>
      <p:grpSpPr>
        <a:xfrm>
          <a:off x="0" y="0"/>
          <a:ext cx="0" cy="0"/>
          <a:chOff x="0" y="0"/>
          <a:chExt cx="0" cy="0"/>
        </a:xfrm>
      </p:grpSpPr>
      <p:sp>
        <p:nvSpPr>
          <p:cNvPr id="19" name="Rectangle 18"/>
          <p:cNvSpPr/>
          <p:nvPr userDrawn="1"/>
        </p:nvSpPr>
        <p:spPr bwMode="gray">
          <a:xfrm>
            <a:off x="0" y="4313786"/>
            <a:ext cx="12191999" cy="2544214"/>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bg1"/>
              </a:solidFill>
            </a:endParaRPr>
          </a:p>
        </p:txBody>
      </p:sp>
      <p:sp>
        <p:nvSpPr>
          <p:cNvPr id="20" name="Rectangle 2"/>
          <p:cNvSpPr>
            <a:spLocks noGrp="1" noChangeArrowheads="1"/>
          </p:cNvSpPr>
          <p:nvPr>
            <p:ph type="ctrTitle"/>
          </p:nvPr>
        </p:nvSpPr>
        <p:spPr>
          <a:xfrm>
            <a:off x="1779490" y="950400"/>
            <a:ext cx="9899747" cy="918000"/>
          </a:xfrm>
          <a:noFill/>
        </p:spPr>
        <p:txBody>
          <a:bodyPr lIns="0" tIns="0" rIns="0" anchor="ctr" anchorCtr="0"/>
          <a:lstStyle>
            <a:lvl1pPr>
              <a:lnSpc>
                <a:spcPct val="110000"/>
              </a:lnSpc>
              <a:defRPr sz="2800" b="0" kern="1200" cap="none" spc="0" baseline="0">
                <a:solidFill>
                  <a:schemeClr val="tx1"/>
                </a:solidFill>
                <a:latin typeface="ShellBold" panose="00000800000000000000" pitchFamily="50" charset="0"/>
                <a:cs typeface="Arial" pitchFamily="34" charset="0"/>
              </a:defRPr>
            </a:lvl1pPr>
          </a:lstStyle>
          <a:p>
            <a:r>
              <a:rPr lang="en-GB"/>
              <a:t>Click to edit Master title style</a:t>
            </a:r>
          </a:p>
        </p:txBody>
      </p:sp>
      <p:sp>
        <p:nvSpPr>
          <p:cNvPr id="21" name="Rectangle 3"/>
          <p:cNvSpPr>
            <a:spLocks noGrp="1" noChangeArrowheads="1"/>
          </p:cNvSpPr>
          <p:nvPr>
            <p:ph type="subTitle" idx="1"/>
          </p:nvPr>
        </p:nvSpPr>
        <p:spPr>
          <a:xfrm>
            <a:off x="1779490" y="3310197"/>
            <a:ext cx="4831323" cy="749808"/>
          </a:xfrm>
        </p:spPr>
        <p:txBody>
          <a:bodyPr anchor="b" anchorCtr="0"/>
          <a:lstStyle>
            <a:lvl1pPr marL="0" indent="0">
              <a:lnSpc>
                <a:spcPct val="100000"/>
              </a:lnSpc>
              <a:spcBef>
                <a:spcPct val="0"/>
              </a:spcBef>
              <a:spcAft>
                <a:spcPts val="0"/>
              </a:spcAft>
              <a:buFont typeface="Wingdings" pitchFamily="2" charset="2"/>
              <a:buNone/>
              <a:defRPr sz="1800" baseline="0">
                <a:solidFill>
                  <a:schemeClr val="tx1"/>
                </a:solidFill>
                <a:latin typeface="+mn-lt"/>
                <a:cs typeface="Arial" pitchFamily="34" charset="0"/>
              </a:defRPr>
            </a:lvl1pPr>
          </a:lstStyle>
          <a:p>
            <a:r>
              <a:rPr lang="en-GB"/>
              <a:t>Click to edit Master subtitle style</a:t>
            </a:r>
          </a:p>
        </p:txBody>
      </p:sp>
      <p:sp>
        <p:nvSpPr>
          <p:cNvPr id="22" name="Text Placeholder 31"/>
          <p:cNvSpPr>
            <a:spLocks noGrp="1"/>
          </p:cNvSpPr>
          <p:nvPr>
            <p:ph type="body" sz="quarter" idx="10" hasCustomPrompt="1"/>
          </p:nvPr>
        </p:nvSpPr>
        <p:spPr>
          <a:xfrm>
            <a:off x="1779490" y="4588235"/>
            <a:ext cx="4870924" cy="237600"/>
          </a:xfrm>
        </p:spPr>
        <p:txBody>
          <a:bodyPr anchor="t" anchorCtr="0"/>
          <a:lstStyle>
            <a:lvl1pPr>
              <a:lnSpc>
                <a:spcPct val="100000"/>
              </a:lnSpc>
              <a:buNone/>
              <a:defRPr sz="1400">
                <a:solidFill>
                  <a:schemeClr val="tx1"/>
                </a:solidFill>
                <a:latin typeface="ShellBold" panose="00000800000000000000" pitchFamily="50" charset="0"/>
              </a:defRPr>
            </a:lvl1pPr>
          </a:lstStyle>
          <a:p>
            <a:pPr lvl="0"/>
            <a:r>
              <a:rPr lang="en-GB"/>
              <a:t>Click to insert Author’s Name</a:t>
            </a:r>
          </a:p>
        </p:txBody>
      </p:sp>
      <p:sp>
        <p:nvSpPr>
          <p:cNvPr id="23" name="Text Placeholder 31"/>
          <p:cNvSpPr>
            <a:spLocks noGrp="1"/>
          </p:cNvSpPr>
          <p:nvPr>
            <p:ph type="body" sz="quarter" idx="11" hasCustomPrompt="1"/>
          </p:nvPr>
        </p:nvSpPr>
        <p:spPr>
          <a:xfrm>
            <a:off x="1779490" y="4840063"/>
            <a:ext cx="4870924" cy="489785"/>
          </a:xfrm>
        </p:spPr>
        <p:txBody>
          <a:bodyPr anchor="t" anchorCtr="0"/>
          <a:lstStyle>
            <a:lvl1pPr>
              <a:lnSpc>
                <a:spcPct val="100000"/>
              </a:lnSpc>
              <a:buNone/>
              <a:defRPr sz="1400">
                <a:solidFill>
                  <a:schemeClr val="tx1"/>
                </a:solidFill>
                <a:latin typeface="+mn-lt"/>
              </a:defRPr>
            </a:lvl1pPr>
          </a:lstStyle>
          <a:p>
            <a:pPr lvl="0"/>
            <a:r>
              <a:rPr lang="en-GB"/>
              <a:t>Click to insert Role in Organisation</a:t>
            </a:r>
          </a:p>
        </p:txBody>
      </p:sp>
      <p:sp>
        <p:nvSpPr>
          <p:cNvPr id="30" name="Text Box 11" descr="&lt;COMPANY_NAME&gt;"/>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3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6" name="Rectangle 35" descr="&lt;Shell Yellow Bar&gt;" title="&lt;Shell Yellow Bar&gt;"/>
          <p:cNvSpPr/>
          <p:nvPr userDrawn="1"/>
        </p:nvSpPr>
        <p:spPr bwMode="gray">
          <a:xfrm>
            <a:off x="1778011" y="761998"/>
            <a:ext cx="1269984" cy="762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pic>
        <p:nvPicPr>
          <p:cNvPr id="37" name="Picture 36" descr="PECTEN.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7000" y="645968"/>
            <a:ext cx="1524000" cy="1524000"/>
          </a:xfrm>
          <a:prstGeom prst="rect">
            <a:avLst/>
          </a:prstGeom>
        </p:spPr>
      </p:pic>
      <p:sp>
        <p:nvSpPr>
          <p:cNvPr id="3" name="Picture Placeholder 2"/>
          <p:cNvSpPr>
            <a:spLocks noGrp="1"/>
          </p:cNvSpPr>
          <p:nvPr userDrawn="1">
            <p:ph type="pic" sz="quarter" idx="12"/>
          </p:nvPr>
        </p:nvSpPr>
        <p:spPr>
          <a:xfrm>
            <a:off x="6848418" y="2795384"/>
            <a:ext cx="4830819" cy="3049484"/>
          </a:xfrm>
        </p:spPr>
        <p:txBody>
          <a:bodyPr/>
          <a:lstStyle>
            <a:lvl1pPr>
              <a:defRPr sz="2133"/>
            </a:lvl1pPr>
          </a:lstStyle>
          <a:p>
            <a:r>
              <a:rPr lang="en-GB"/>
              <a:t>Click icon to add picture</a:t>
            </a:r>
          </a:p>
        </p:txBody>
      </p:sp>
      <p:sp>
        <p:nvSpPr>
          <p:cNvPr id="112"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113"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4" name="TextBox 13" descr="CONFIDENTIAL_TAG_0xFFEE">
            <a:extLst>
              <a:ext uri="{FF2B5EF4-FFF2-40B4-BE49-F238E27FC236}">
                <a16:creationId xmlns:a16="http://schemas.microsoft.com/office/drawing/2014/main" id="{4F88BFCA-8082-41E0-B1BE-61FC25CE6917}"/>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3462700553"/>
      </p:ext>
    </p:extLst>
  </p:cSld>
  <p:clrMapOvr>
    <a:masterClrMapping/>
  </p:clrMapOvr>
  <p:transition/>
  <p:hf hd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3">
    <p:spTree>
      <p:nvGrpSpPr>
        <p:cNvPr id="1" name=""/>
        <p:cNvGrpSpPr/>
        <p:nvPr/>
      </p:nvGrpSpPr>
      <p:grpSpPr>
        <a:xfrm>
          <a:off x="0" y="0"/>
          <a:ext cx="0" cy="0"/>
          <a:chOff x="0" y="0"/>
          <a:chExt cx="0" cy="0"/>
        </a:xfrm>
      </p:grpSpPr>
      <p:grpSp>
        <p:nvGrpSpPr>
          <p:cNvPr id="2" name="Group 1"/>
          <p:cNvGrpSpPr/>
          <p:nvPr userDrawn="1"/>
        </p:nvGrpSpPr>
        <p:grpSpPr bwMode="gray">
          <a:xfrm>
            <a:off x="744114" y="3556002"/>
            <a:ext cx="6875879" cy="2803523"/>
            <a:chOff x="744114" y="3556002"/>
            <a:chExt cx="6875879" cy="2803523"/>
          </a:xfrm>
        </p:grpSpPr>
        <p:sp>
          <p:nvSpPr>
            <p:cNvPr id="113" name="Rectangle 112"/>
            <p:cNvSpPr/>
            <p:nvPr userDrawn="1"/>
          </p:nvSpPr>
          <p:spPr bwMode="gray">
            <a:xfrm>
              <a:off x="761993" y="3556002"/>
              <a:ext cx="6858000" cy="2803523"/>
            </a:xfrm>
            <a:prstGeom prst="rect">
              <a:avLst/>
            </a:prstGeom>
            <a:solidFill>
              <a:srgbClr val="FFFFFF"/>
            </a:solidFill>
            <a:ln w="3175">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10" name="Rectangle 109" descr="&lt;Shell Yellow Bar&gt;" title="&lt;Shell Yellow Bar&gt;"/>
            <p:cNvSpPr/>
            <p:nvPr userDrawn="1"/>
          </p:nvSpPr>
          <p:spPr bwMode="gray">
            <a:xfrm>
              <a:off x="2175500" y="3818708"/>
              <a:ext cx="1269984" cy="762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pic>
          <p:nvPicPr>
            <p:cNvPr id="111" name="Picture 110" descr="PECTEN.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744114" y="3678108"/>
              <a:ext cx="1465237" cy="1465237"/>
            </a:xfrm>
            <a:prstGeom prst="rect">
              <a:avLst/>
            </a:prstGeom>
          </p:spPr>
        </p:pic>
      </p:grpSp>
      <p:sp>
        <p:nvSpPr>
          <p:cNvPr id="3" name="Picture Placeholder 2"/>
          <p:cNvSpPr>
            <a:spLocks noGrp="1"/>
          </p:cNvSpPr>
          <p:nvPr>
            <p:ph type="pic" sz="quarter" idx="12"/>
          </p:nvPr>
        </p:nvSpPr>
        <p:spPr bwMode="auto">
          <a:xfrm>
            <a:off x="0" y="1"/>
            <a:ext cx="12194723" cy="4866892"/>
          </a:xfrm>
          <a:custGeom>
            <a:avLst/>
            <a:gdLst>
              <a:gd name="connsiteX0" fmla="*/ 0 w 12192000"/>
              <a:gd name="connsiteY0" fmla="*/ 0 h 4854636"/>
              <a:gd name="connsiteX1" fmla="*/ 12192000 w 12192000"/>
              <a:gd name="connsiteY1" fmla="*/ 0 h 4854636"/>
              <a:gd name="connsiteX2" fmla="*/ 12192000 w 12192000"/>
              <a:gd name="connsiteY2" fmla="*/ 4854636 h 4854636"/>
              <a:gd name="connsiteX3" fmla="*/ 0 w 12192000"/>
              <a:gd name="connsiteY3" fmla="*/ 4854636 h 4854636"/>
              <a:gd name="connsiteX4" fmla="*/ 0 w 12192000"/>
              <a:gd name="connsiteY4" fmla="*/ 0 h 4854636"/>
              <a:gd name="connsiteX0" fmla="*/ 0 w 12192000"/>
              <a:gd name="connsiteY0" fmla="*/ 0 h 4854636"/>
              <a:gd name="connsiteX1" fmla="*/ 12192000 w 12192000"/>
              <a:gd name="connsiteY1" fmla="*/ 0 h 4854636"/>
              <a:gd name="connsiteX2" fmla="*/ 12192000 w 12192000"/>
              <a:gd name="connsiteY2" fmla="*/ 4854636 h 4854636"/>
              <a:gd name="connsiteX3" fmla="*/ 592282 w 12192000"/>
              <a:gd name="connsiteY3" fmla="*/ 4842164 h 4854636"/>
              <a:gd name="connsiteX4" fmla="*/ 0 w 12192000"/>
              <a:gd name="connsiteY4" fmla="*/ 4854636 h 4854636"/>
              <a:gd name="connsiteX5" fmla="*/ 0 w 12192000"/>
              <a:gd name="connsiteY5" fmla="*/ 0 h 4854636"/>
              <a:gd name="connsiteX0" fmla="*/ 0 w 12192000"/>
              <a:gd name="connsiteY0" fmla="*/ 0 h 4888026"/>
              <a:gd name="connsiteX1" fmla="*/ 12192000 w 12192000"/>
              <a:gd name="connsiteY1" fmla="*/ 0 h 4888026"/>
              <a:gd name="connsiteX2" fmla="*/ 12192000 w 12192000"/>
              <a:gd name="connsiteY2" fmla="*/ 4854636 h 4888026"/>
              <a:gd name="connsiteX3" fmla="*/ 592282 w 12192000"/>
              <a:gd name="connsiteY3" fmla="*/ 4842164 h 4888026"/>
              <a:gd name="connsiteX4" fmla="*/ 0 w 12192000"/>
              <a:gd name="connsiteY4" fmla="*/ 4854636 h 4888026"/>
              <a:gd name="connsiteX5" fmla="*/ 0 w 12192000"/>
              <a:gd name="connsiteY5" fmla="*/ 0 h 4888026"/>
              <a:gd name="connsiteX0" fmla="*/ 0 w 12192000"/>
              <a:gd name="connsiteY0" fmla="*/ 0 h 4888026"/>
              <a:gd name="connsiteX1" fmla="*/ 12192000 w 12192000"/>
              <a:gd name="connsiteY1" fmla="*/ 0 h 4888026"/>
              <a:gd name="connsiteX2" fmla="*/ 12192000 w 12192000"/>
              <a:gd name="connsiteY2" fmla="*/ 4854636 h 4888026"/>
              <a:gd name="connsiteX3" fmla="*/ 841664 w 12192000"/>
              <a:gd name="connsiteY3" fmla="*/ 2909455 h 4888026"/>
              <a:gd name="connsiteX4" fmla="*/ 592282 w 12192000"/>
              <a:gd name="connsiteY4" fmla="*/ 4842164 h 4888026"/>
              <a:gd name="connsiteX5" fmla="*/ 0 w 12192000"/>
              <a:gd name="connsiteY5" fmla="*/ 4854636 h 4888026"/>
              <a:gd name="connsiteX6" fmla="*/ 0 w 12192000"/>
              <a:gd name="connsiteY6" fmla="*/ 0 h 4888026"/>
              <a:gd name="connsiteX0" fmla="*/ 0 w 12192000"/>
              <a:gd name="connsiteY0" fmla="*/ 0 h 4982265"/>
              <a:gd name="connsiteX1" fmla="*/ 12192000 w 12192000"/>
              <a:gd name="connsiteY1" fmla="*/ 0 h 4982265"/>
              <a:gd name="connsiteX2" fmla="*/ 12192000 w 12192000"/>
              <a:gd name="connsiteY2" fmla="*/ 4854636 h 4982265"/>
              <a:gd name="connsiteX3" fmla="*/ 7606145 w 12192000"/>
              <a:gd name="connsiteY3" fmla="*/ 3543300 h 4982265"/>
              <a:gd name="connsiteX4" fmla="*/ 841664 w 12192000"/>
              <a:gd name="connsiteY4" fmla="*/ 2909455 h 4982265"/>
              <a:gd name="connsiteX5" fmla="*/ 592282 w 12192000"/>
              <a:gd name="connsiteY5" fmla="*/ 4842164 h 4982265"/>
              <a:gd name="connsiteX6" fmla="*/ 0 w 12192000"/>
              <a:gd name="connsiteY6" fmla="*/ 4854636 h 4982265"/>
              <a:gd name="connsiteX7" fmla="*/ 0 w 12192000"/>
              <a:gd name="connsiteY7" fmla="*/ 0 h 4982265"/>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592282 w 12192000"/>
              <a:gd name="connsiteY6" fmla="*/ 4842164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42164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42164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42164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61702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46071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748146 w 12192000"/>
              <a:gd name="connsiteY5" fmla="*/ 3564082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754970 w 12192000"/>
              <a:gd name="connsiteY5" fmla="*/ 3547023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754970 w 12192000"/>
              <a:gd name="connsiteY5" fmla="*/ 3547023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754970 w 12192000"/>
              <a:gd name="connsiteY5" fmla="*/ 3547023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754970 w 12192000"/>
              <a:gd name="connsiteY5" fmla="*/ 3547023 h 5111319"/>
              <a:gd name="connsiteX6" fmla="*/ 760313 w 12192000"/>
              <a:gd name="connsiteY6" fmla="*/ 4857795 h 5111319"/>
              <a:gd name="connsiteX7" fmla="*/ 0 w 12192000"/>
              <a:gd name="connsiteY7" fmla="*/ 4854636 h 5111319"/>
              <a:gd name="connsiteX8" fmla="*/ 0 w 12192000"/>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2695 w 12194382"/>
              <a:gd name="connsiteY6" fmla="*/ 4857795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9839 w 12194382"/>
              <a:gd name="connsiteY6" fmla="*/ 4838792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9839 w 12194382"/>
              <a:gd name="connsiteY6" fmla="*/ 4838792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9839 w 12194382"/>
              <a:gd name="connsiteY6" fmla="*/ 4838792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872233 w 12194382"/>
              <a:gd name="connsiteY6" fmla="*/ 4872048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2695 w 12194382"/>
              <a:gd name="connsiteY6" fmla="*/ 4845920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20433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20433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20433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82443"/>
              <a:gd name="connsiteX1" fmla="*/ 12194382 w 12194382"/>
              <a:gd name="connsiteY1" fmla="*/ 0 h 5182443"/>
              <a:gd name="connsiteX2" fmla="*/ 12194382 w 12194382"/>
              <a:gd name="connsiteY2" fmla="*/ 4854636 h 5182443"/>
              <a:gd name="connsiteX3" fmla="*/ 7623248 w 12194382"/>
              <a:gd name="connsiteY3" fmla="*/ 4843680 h 5182443"/>
              <a:gd name="connsiteX4" fmla="*/ 7620433 w 12194382"/>
              <a:gd name="connsiteY4" fmla="*/ 3543300 h 5182443"/>
              <a:gd name="connsiteX5" fmla="*/ 762115 w 12194382"/>
              <a:gd name="connsiteY5" fmla="*/ 3547023 h 5182443"/>
              <a:gd name="connsiteX6" fmla="*/ 762695 w 12194382"/>
              <a:gd name="connsiteY6" fmla="*/ 4850671 h 5182443"/>
              <a:gd name="connsiteX7" fmla="*/ 0 w 12194382"/>
              <a:gd name="connsiteY7" fmla="*/ 4847509 h 5182443"/>
              <a:gd name="connsiteX8" fmla="*/ 2382 w 12194382"/>
              <a:gd name="connsiteY8" fmla="*/ 0 h 5182443"/>
              <a:gd name="connsiteX0" fmla="*/ 2382 w 12194382"/>
              <a:gd name="connsiteY0" fmla="*/ 0 h 5128150"/>
              <a:gd name="connsiteX1" fmla="*/ 12194382 w 12194382"/>
              <a:gd name="connsiteY1" fmla="*/ 0 h 5128150"/>
              <a:gd name="connsiteX2" fmla="*/ 12194382 w 12194382"/>
              <a:gd name="connsiteY2" fmla="*/ 4854636 h 5128150"/>
              <a:gd name="connsiteX3" fmla="*/ 7623248 w 12194382"/>
              <a:gd name="connsiteY3" fmla="*/ 4843680 h 5128150"/>
              <a:gd name="connsiteX4" fmla="*/ 7620433 w 12194382"/>
              <a:gd name="connsiteY4" fmla="*/ 3543300 h 5128150"/>
              <a:gd name="connsiteX5" fmla="*/ 762115 w 12194382"/>
              <a:gd name="connsiteY5" fmla="*/ 3547023 h 5128150"/>
              <a:gd name="connsiteX6" fmla="*/ 762695 w 12194382"/>
              <a:gd name="connsiteY6" fmla="*/ 4850671 h 5128150"/>
              <a:gd name="connsiteX7" fmla="*/ 0 w 12194382"/>
              <a:gd name="connsiteY7" fmla="*/ 4847509 h 5128150"/>
              <a:gd name="connsiteX8" fmla="*/ 2382 w 12194382"/>
              <a:gd name="connsiteY8" fmla="*/ 0 h 5128150"/>
              <a:gd name="connsiteX0" fmla="*/ 2382 w 12194382"/>
              <a:gd name="connsiteY0" fmla="*/ 0 h 5128150"/>
              <a:gd name="connsiteX1" fmla="*/ 12194382 w 12194382"/>
              <a:gd name="connsiteY1" fmla="*/ 0 h 5128150"/>
              <a:gd name="connsiteX2" fmla="*/ 12194382 w 12194382"/>
              <a:gd name="connsiteY2" fmla="*/ 4854636 h 5128150"/>
              <a:gd name="connsiteX3" fmla="*/ 7623248 w 12194382"/>
              <a:gd name="connsiteY3" fmla="*/ 4843680 h 5128150"/>
              <a:gd name="connsiteX4" fmla="*/ 7620433 w 12194382"/>
              <a:gd name="connsiteY4" fmla="*/ 3543300 h 5128150"/>
              <a:gd name="connsiteX5" fmla="*/ 762115 w 12194382"/>
              <a:gd name="connsiteY5" fmla="*/ 3547023 h 5128150"/>
              <a:gd name="connsiteX6" fmla="*/ 762695 w 12194382"/>
              <a:gd name="connsiteY6" fmla="*/ 4850671 h 5128150"/>
              <a:gd name="connsiteX7" fmla="*/ 0 w 12194382"/>
              <a:gd name="connsiteY7" fmla="*/ 4847509 h 5128150"/>
              <a:gd name="connsiteX8" fmla="*/ 2382 w 12194382"/>
              <a:gd name="connsiteY8" fmla="*/ 0 h 5128150"/>
              <a:gd name="connsiteX0" fmla="*/ 2382 w 12194382"/>
              <a:gd name="connsiteY0" fmla="*/ 0 h 5128150"/>
              <a:gd name="connsiteX1" fmla="*/ 12194382 w 12194382"/>
              <a:gd name="connsiteY1" fmla="*/ 0 h 5128150"/>
              <a:gd name="connsiteX2" fmla="*/ 12194382 w 12194382"/>
              <a:gd name="connsiteY2" fmla="*/ 4854636 h 5128150"/>
              <a:gd name="connsiteX3" fmla="*/ 7623248 w 12194382"/>
              <a:gd name="connsiteY3" fmla="*/ 4843680 h 5128150"/>
              <a:gd name="connsiteX4" fmla="*/ 7620433 w 12194382"/>
              <a:gd name="connsiteY4" fmla="*/ 3543300 h 5128150"/>
              <a:gd name="connsiteX5" fmla="*/ 762115 w 12194382"/>
              <a:gd name="connsiteY5" fmla="*/ 3547023 h 5128150"/>
              <a:gd name="connsiteX6" fmla="*/ 762695 w 12194382"/>
              <a:gd name="connsiteY6" fmla="*/ 4850671 h 5128150"/>
              <a:gd name="connsiteX7" fmla="*/ 0 w 12194382"/>
              <a:gd name="connsiteY7" fmla="*/ 4847509 h 5128150"/>
              <a:gd name="connsiteX8" fmla="*/ 2382 w 12194382"/>
              <a:gd name="connsiteY8" fmla="*/ 0 h 5128150"/>
              <a:gd name="connsiteX0" fmla="*/ 2382 w 12194723"/>
              <a:gd name="connsiteY0" fmla="*/ 0 h 4854829"/>
              <a:gd name="connsiteX1" fmla="*/ 12194382 w 12194723"/>
              <a:gd name="connsiteY1" fmla="*/ 0 h 4854829"/>
              <a:gd name="connsiteX2" fmla="*/ 12194382 w 12194723"/>
              <a:gd name="connsiteY2" fmla="*/ 4854636 h 4854829"/>
              <a:gd name="connsiteX3" fmla="*/ 7623248 w 12194723"/>
              <a:gd name="connsiteY3" fmla="*/ 4843680 h 4854829"/>
              <a:gd name="connsiteX4" fmla="*/ 7620433 w 12194723"/>
              <a:gd name="connsiteY4" fmla="*/ 3543300 h 4854829"/>
              <a:gd name="connsiteX5" fmla="*/ 762115 w 12194723"/>
              <a:gd name="connsiteY5" fmla="*/ 3547023 h 4854829"/>
              <a:gd name="connsiteX6" fmla="*/ 762695 w 12194723"/>
              <a:gd name="connsiteY6" fmla="*/ 4850671 h 4854829"/>
              <a:gd name="connsiteX7" fmla="*/ 0 w 12194723"/>
              <a:gd name="connsiteY7" fmla="*/ 4847509 h 4854829"/>
              <a:gd name="connsiteX8" fmla="*/ 2382 w 12194723"/>
              <a:gd name="connsiteY8" fmla="*/ 0 h 485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4723" h="4854829">
                <a:moveTo>
                  <a:pt x="2382" y="0"/>
                </a:moveTo>
                <a:lnTo>
                  <a:pt x="12194382" y="0"/>
                </a:lnTo>
                <a:cubicBezTo>
                  <a:pt x="12194382" y="1618212"/>
                  <a:pt x="12195150" y="4852730"/>
                  <a:pt x="12194382" y="4854636"/>
                </a:cubicBezTo>
                <a:cubicBezTo>
                  <a:pt x="12193614" y="4856542"/>
                  <a:pt x="7623176" y="4843704"/>
                  <a:pt x="7623248" y="4843680"/>
                </a:cubicBezTo>
                <a:cubicBezTo>
                  <a:pt x="7623320" y="4843656"/>
                  <a:pt x="7618248" y="3540554"/>
                  <a:pt x="7620433" y="3543300"/>
                </a:cubicBezTo>
                <a:cubicBezTo>
                  <a:pt x="7622618" y="3546046"/>
                  <a:pt x="3048221" y="3545782"/>
                  <a:pt x="762115" y="3547023"/>
                </a:cubicBezTo>
                <a:cubicBezTo>
                  <a:pt x="760398" y="3777370"/>
                  <a:pt x="763508" y="4852455"/>
                  <a:pt x="762695" y="4850671"/>
                </a:cubicBezTo>
                <a:cubicBezTo>
                  <a:pt x="761882" y="4848887"/>
                  <a:pt x="254232" y="4848563"/>
                  <a:pt x="0" y="4847509"/>
                </a:cubicBezTo>
                <a:lnTo>
                  <a:pt x="2382" y="0"/>
                </a:lnTo>
                <a:close/>
              </a:path>
            </a:pathLst>
          </a:custGeom>
          <a:noFill/>
          <a:ln w="9525" algn="ctr">
            <a:noFill/>
            <a:miter lim="800000"/>
            <a:headEnd/>
            <a:tailEnd/>
          </a:ln>
        </p:spPr>
        <p:txBody>
          <a:bodyPr/>
          <a:lstStyle>
            <a:lvl1pPr>
              <a:defRPr sz="2133"/>
            </a:lvl1pPr>
          </a:lstStyle>
          <a:p>
            <a:r>
              <a:rPr lang="en-GB"/>
              <a:t>Click icon to add picture</a:t>
            </a:r>
          </a:p>
        </p:txBody>
      </p:sp>
      <p:sp>
        <p:nvSpPr>
          <p:cNvPr id="106" name="Text Box 11" descr="&lt;COMPANY_NAME&gt;"/>
          <p:cNvSpPr txBox="1">
            <a:spLocks noChangeArrowheads="1"/>
          </p:cNvSpPr>
          <p:nvPr userDrawn="1"/>
        </p:nvSpPr>
        <p:spPr bwMode="auto">
          <a:xfrm>
            <a:off x="760379" y="6462713"/>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107"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02" name="Rectangle 2"/>
          <p:cNvSpPr>
            <a:spLocks noGrp="1" noChangeArrowheads="1"/>
          </p:cNvSpPr>
          <p:nvPr>
            <p:ph type="ctrTitle"/>
          </p:nvPr>
        </p:nvSpPr>
        <p:spPr>
          <a:xfrm>
            <a:off x="2175500" y="4003696"/>
            <a:ext cx="5179738" cy="834301"/>
          </a:xfrm>
          <a:noFill/>
        </p:spPr>
        <p:txBody>
          <a:bodyPr lIns="0" tIns="0" rIns="0" anchor="ctr" anchorCtr="0"/>
          <a:lstStyle>
            <a:lvl1pPr>
              <a:lnSpc>
                <a:spcPct val="100000"/>
              </a:lnSpc>
              <a:defRPr sz="2400" b="0" kern="1200" cap="none" spc="0" baseline="0">
                <a:solidFill>
                  <a:schemeClr val="tx1"/>
                </a:solidFill>
                <a:latin typeface="ShellBold" panose="00000800000000000000" pitchFamily="50" charset="0"/>
                <a:cs typeface="Arial" pitchFamily="34" charset="0"/>
              </a:defRPr>
            </a:lvl1pPr>
          </a:lstStyle>
          <a:p>
            <a:r>
              <a:rPr lang="en-GB"/>
              <a:t>Click to edit Master title style</a:t>
            </a:r>
          </a:p>
        </p:txBody>
      </p:sp>
      <p:sp>
        <p:nvSpPr>
          <p:cNvPr id="103" name="Rectangle 3"/>
          <p:cNvSpPr>
            <a:spLocks noGrp="1" noChangeArrowheads="1"/>
          </p:cNvSpPr>
          <p:nvPr>
            <p:ph type="subTitle" idx="1"/>
          </p:nvPr>
        </p:nvSpPr>
        <p:spPr>
          <a:xfrm>
            <a:off x="2175500" y="5120640"/>
            <a:ext cx="5179738" cy="372439"/>
          </a:xfrm>
        </p:spPr>
        <p:txBody>
          <a:bodyPr anchor="b" anchorCtr="0"/>
          <a:lstStyle>
            <a:lvl1pPr marL="0" indent="0">
              <a:lnSpc>
                <a:spcPct val="90000"/>
              </a:lnSpc>
              <a:spcBef>
                <a:spcPct val="0"/>
              </a:spcBef>
              <a:spcAft>
                <a:spcPts val="0"/>
              </a:spcAft>
              <a:buFont typeface="Wingdings" pitchFamily="2" charset="2"/>
              <a:buNone/>
              <a:defRPr sz="1400" baseline="0">
                <a:solidFill>
                  <a:schemeClr val="tx1"/>
                </a:solidFill>
                <a:latin typeface="+mn-lt"/>
                <a:cs typeface="Arial" pitchFamily="34" charset="0"/>
              </a:defRPr>
            </a:lvl1pPr>
          </a:lstStyle>
          <a:p>
            <a:r>
              <a:rPr lang="en-GB"/>
              <a:t>Click to edit Master subtitle style</a:t>
            </a:r>
          </a:p>
        </p:txBody>
      </p:sp>
      <p:sp>
        <p:nvSpPr>
          <p:cNvPr id="104" name="Text Placeholder 31"/>
          <p:cNvSpPr>
            <a:spLocks noGrp="1"/>
          </p:cNvSpPr>
          <p:nvPr>
            <p:ph type="body" sz="quarter" idx="10" hasCustomPrompt="1"/>
          </p:nvPr>
        </p:nvSpPr>
        <p:spPr>
          <a:xfrm>
            <a:off x="2175500" y="5666465"/>
            <a:ext cx="5187731" cy="237600"/>
          </a:xfrm>
        </p:spPr>
        <p:txBody>
          <a:bodyPr anchor="t" anchorCtr="0"/>
          <a:lstStyle>
            <a:lvl1pPr>
              <a:lnSpc>
                <a:spcPct val="100000"/>
              </a:lnSpc>
              <a:buNone/>
              <a:defRPr sz="1400">
                <a:solidFill>
                  <a:schemeClr val="tx1"/>
                </a:solidFill>
                <a:latin typeface="ShellBold" panose="00000800000000000000" pitchFamily="50" charset="0"/>
              </a:defRPr>
            </a:lvl1pPr>
          </a:lstStyle>
          <a:p>
            <a:pPr lvl="0"/>
            <a:r>
              <a:rPr lang="en-GB"/>
              <a:t>Click to insert Author’s Name</a:t>
            </a:r>
          </a:p>
        </p:txBody>
      </p:sp>
      <p:sp>
        <p:nvSpPr>
          <p:cNvPr id="105" name="Text Placeholder 31"/>
          <p:cNvSpPr>
            <a:spLocks noGrp="1"/>
          </p:cNvSpPr>
          <p:nvPr>
            <p:ph type="body" sz="quarter" idx="11" hasCustomPrompt="1"/>
          </p:nvPr>
        </p:nvSpPr>
        <p:spPr>
          <a:xfrm>
            <a:off x="2175500" y="5923869"/>
            <a:ext cx="5187731" cy="237600"/>
          </a:xfrm>
        </p:spPr>
        <p:txBody>
          <a:bodyPr anchor="t" anchorCtr="0"/>
          <a:lstStyle>
            <a:lvl1pPr>
              <a:lnSpc>
                <a:spcPct val="100000"/>
              </a:lnSpc>
              <a:buNone/>
              <a:defRPr sz="1400">
                <a:solidFill>
                  <a:schemeClr val="tx1"/>
                </a:solidFill>
                <a:latin typeface="+mn-lt"/>
              </a:defRPr>
            </a:lvl1pPr>
          </a:lstStyle>
          <a:p>
            <a:pPr lvl="0"/>
            <a:r>
              <a:rPr lang="en-GB" noProof="1"/>
              <a:t>Click to insert Role in Organisation</a:t>
            </a:r>
          </a:p>
        </p:txBody>
      </p:sp>
      <p:sp>
        <p:nvSpPr>
          <p:cNvPr id="90"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8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5" name="TextBox 14" descr="CONFIDENTIAL_TAG_0xFFEE">
            <a:extLst>
              <a:ext uri="{FF2B5EF4-FFF2-40B4-BE49-F238E27FC236}">
                <a16:creationId xmlns:a16="http://schemas.microsoft.com/office/drawing/2014/main" id="{C11236AA-F80A-4123-80E9-3F5F231E9852}"/>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1801709375"/>
      </p:ext>
    </p:extLst>
  </p:cSld>
  <p:clrMapOvr>
    <a:masterClrMapping/>
  </p:clrMapOvr>
  <p:transition/>
  <p:hf hdr="0"/>
  <p:extLst>
    <p:ext uri="{DCECCB84-F9BA-43D5-87BE-67443E8EF086}">
      <p15:sldGuideLst xmlns:p15="http://schemas.microsoft.com/office/powerpoint/2012/main">
        <p15:guide id="1" orient="horz" pos="3058">
          <p15:clr>
            <a:srgbClr val="FBAE40"/>
          </p15:clr>
        </p15:guide>
        <p15:guide id="2" orient="horz" pos="2235">
          <p15:clr>
            <a:srgbClr val="FBAE40"/>
          </p15:clr>
        </p15:guide>
        <p15:guide id="3" orient="horz" pos="2562">
          <p15:clr>
            <a:srgbClr val="FBAE40"/>
          </p15:clr>
        </p15:guide>
        <p15:guide id="4" orient="horz" pos="29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4">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bwMode="auto">
          <a:xfrm>
            <a:off x="0" y="0"/>
            <a:ext cx="12194723" cy="6857999"/>
          </a:xfrm>
          <a:custGeom>
            <a:avLst/>
            <a:gdLst>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63913 w 12194723"/>
              <a:gd name="connsiteY5" fmla="*/ 763913 h 6857999"/>
              <a:gd name="connsiteX6" fmla="*/ 763913 w 12194723"/>
              <a:gd name="connsiteY6" fmla="*/ 6094086 h 6857999"/>
              <a:gd name="connsiteX7" fmla="*/ 11430810 w 12194723"/>
              <a:gd name="connsiteY7" fmla="*/ 6094086 h 6857999"/>
              <a:gd name="connsiteX8" fmla="*/ 11430810 w 12194723"/>
              <a:gd name="connsiteY8" fmla="*/ 763913 h 6857999"/>
              <a:gd name="connsiteX9" fmla="*/ 763913 w 12194723"/>
              <a:gd name="connsiteY9" fmla="*/ 763913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11430810 w 12194723"/>
              <a:gd name="connsiteY7" fmla="*/ 6094086 h 6857999"/>
              <a:gd name="connsiteX8" fmla="*/ 11430810 w 12194723"/>
              <a:gd name="connsiteY8" fmla="*/ 763913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11430810 w 12194723"/>
              <a:gd name="connsiteY7" fmla="*/ 6094086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7697906 w 12194723"/>
              <a:gd name="connsiteY7" fmla="*/ 6094086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7633360 w 12194723"/>
              <a:gd name="connsiteY7" fmla="*/ 6094086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7618431 w 12194723"/>
              <a:gd name="connsiteY7" fmla="*/ 6359075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7622163 w 12194723"/>
              <a:gd name="connsiteY7" fmla="*/ 6355342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359075 h 6857999"/>
              <a:gd name="connsiteX7" fmla="*/ 7622163 w 12194723"/>
              <a:gd name="connsiteY7" fmla="*/ 6355342 h 6857999"/>
              <a:gd name="connsiteX8" fmla="*/ 7622603 w 12194723"/>
              <a:gd name="connsiteY8" fmla="*/ 3560901 h 6857999"/>
              <a:gd name="connsiteX9" fmla="*/ 753155 w 12194723"/>
              <a:gd name="connsiteY9" fmla="*/ 356090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4723" h="6857999">
                <a:moveTo>
                  <a:pt x="0" y="0"/>
                </a:moveTo>
                <a:lnTo>
                  <a:pt x="12194723" y="0"/>
                </a:lnTo>
                <a:lnTo>
                  <a:pt x="12194723" y="6857999"/>
                </a:lnTo>
                <a:lnTo>
                  <a:pt x="0" y="6857999"/>
                </a:lnTo>
                <a:lnTo>
                  <a:pt x="0" y="0"/>
                </a:lnTo>
                <a:close/>
                <a:moveTo>
                  <a:pt x="753155" y="3560901"/>
                </a:moveTo>
                <a:lnTo>
                  <a:pt x="763913" y="6359075"/>
                </a:lnTo>
                <a:lnTo>
                  <a:pt x="7622163" y="6355342"/>
                </a:lnTo>
                <a:cubicBezTo>
                  <a:pt x="7618577" y="5510947"/>
                  <a:pt x="7626189" y="4405296"/>
                  <a:pt x="7622603" y="3560901"/>
                </a:cubicBezTo>
                <a:lnTo>
                  <a:pt x="753155" y="3560901"/>
                </a:lnTo>
                <a:close/>
              </a:path>
            </a:pathLst>
          </a:custGeom>
          <a:noFill/>
          <a:ln w="9525" algn="ctr">
            <a:noFill/>
            <a:miter lim="800000"/>
            <a:headEnd/>
            <a:tailEnd/>
          </a:ln>
        </p:spPr>
        <p:txBody>
          <a:bodyPr/>
          <a:lstStyle>
            <a:lvl1pPr>
              <a:defRPr sz="2133"/>
            </a:lvl1pPr>
          </a:lstStyle>
          <a:p>
            <a:r>
              <a:rPr lang="en-GB"/>
              <a:t>Click icon to add picture</a:t>
            </a:r>
          </a:p>
        </p:txBody>
      </p:sp>
      <p:grpSp>
        <p:nvGrpSpPr>
          <p:cNvPr id="2" name="Group 1"/>
          <p:cNvGrpSpPr/>
          <p:nvPr userDrawn="1"/>
        </p:nvGrpSpPr>
        <p:grpSpPr bwMode="gray">
          <a:xfrm>
            <a:off x="744114" y="3556002"/>
            <a:ext cx="6875879" cy="2803523"/>
            <a:chOff x="744114" y="3556002"/>
            <a:chExt cx="6875879" cy="2803523"/>
          </a:xfrm>
        </p:grpSpPr>
        <p:sp>
          <p:nvSpPr>
            <p:cNvPr id="113" name="Rectangle 112"/>
            <p:cNvSpPr/>
            <p:nvPr userDrawn="1"/>
          </p:nvSpPr>
          <p:spPr bwMode="gray">
            <a:xfrm>
              <a:off x="761993" y="3556002"/>
              <a:ext cx="6858000" cy="2803523"/>
            </a:xfrm>
            <a:prstGeom prst="rect">
              <a:avLst/>
            </a:prstGeom>
            <a:solidFill>
              <a:srgbClr val="FFFFFF"/>
            </a:solidFill>
            <a:ln w="3175">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10" name="Rectangle 109" descr="&lt;Shell Yellow Bar&gt;" title="&lt;Shell Yellow Bar&gt;"/>
            <p:cNvSpPr/>
            <p:nvPr userDrawn="1"/>
          </p:nvSpPr>
          <p:spPr bwMode="gray">
            <a:xfrm>
              <a:off x="2175500" y="3818708"/>
              <a:ext cx="1269984" cy="762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pic>
          <p:nvPicPr>
            <p:cNvPr id="111" name="Picture 110" descr="PECTEN.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744114" y="3678108"/>
              <a:ext cx="1465237" cy="1465237"/>
            </a:xfrm>
            <a:prstGeom prst="rect">
              <a:avLst/>
            </a:prstGeom>
          </p:spPr>
        </p:pic>
      </p:grpSp>
      <p:sp>
        <p:nvSpPr>
          <p:cNvPr id="106" name="Text Box 11" descr="&lt;COMPANY_NAME&gt;"/>
          <p:cNvSpPr txBox="1">
            <a:spLocks noChangeArrowheads="1"/>
          </p:cNvSpPr>
          <p:nvPr userDrawn="1"/>
        </p:nvSpPr>
        <p:spPr bwMode="auto">
          <a:xfrm>
            <a:off x="760379" y="6462713"/>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107"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02" name="Rectangle 2"/>
          <p:cNvSpPr>
            <a:spLocks noGrp="1" noChangeArrowheads="1"/>
          </p:cNvSpPr>
          <p:nvPr>
            <p:ph type="ctrTitle"/>
          </p:nvPr>
        </p:nvSpPr>
        <p:spPr>
          <a:xfrm>
            <a:off x="2175500" y="4003200"/>
            <a:ext cx="5179738" cy="835200"/>
          </a:xfrm>
          <a:noFill/>
        </p:spPr>
        <p:txBody>
          <a:bodyPr lIns="0" tIns="0" rIns="0" anchor="ctr" anchorCtr="0"/>
          <a:lstStyle>
            <a:lvl1pPr>
              <a:lnSpc>
                <a:spcPct val="100000"/>
              </a:lnSpc>
              <a:defRPr sz="2400" b="0" kern="1200" cap="none" spc="0" baseline="0">
                <a:solidFill>
                  <a:schemeClr val="tx1"/>
                </a:solidFill>
                <a:latin typeface="ShellBold" panose="00000800000000000000" pitchFamily="50" charset="0"/>
                <a:cs typeface="Arial" pitchFamily="34" charset="0"/>
              </a:defRPr>
            </a:lvl1pPr>
          </a:lstStyle>
          <a:p>
            <a:r>
              <a:rPr lang="en-GB"/>
              <a:t>Click to edit Master title style</a:t>
            </a:r>
          </a:p>
        </p:txBody>
      </p:sp>
      <p:sp>
        <p:nvSpPr>
          <p:cNvPr id="103" name="Rectangle 3"/>
          <p:cNvSpPr>
            <a:spLocks noGrp="1" noChangeArrowheads="1"/>
          </p:cNvSpPr>
          <p:nvPr>
            <p:ph type="subTitle" idx="1"/>
          </p:nvPr>
        </p:nvSpPr>
        <p:spPr>
          <a:xfrm>
            <a:off x="2175500" y="5120640"/>
            <a:ext cx="5179738" cy="372439"/>
          </a:xfrm>
        </p:spPr>
        <p:txBody>
          <a:bodyPr anchor="b" anchorCtr="0"/>
          <a:lstStyle>
            <a:lvl1pPr marL="0" indent="0">
              <a:lnSpc>
                <a:spcPct val="90000"/>
              </a:lnSpc>
              <a:spcBef>
                <a:spcPct val="0"/>
              </a:spcBef>
              <a:spcAft>
                <a:spcPts val="0"/>
              </a:spcAft>
              <a:buFont typeface="Wingdings" pitchFamily="2" charset="2"/>
              <a:buNone/>
              <a:defRPr sz="1400" baseline="0">
                <a:solidFill>
                  <a:schemeClr val="tx1"/>
                </a:solidFill>
                <a:latin typeface="+mn-lt"/>
                <a:cs typeface="Arial" pitchFamily="34" charset="0"/>
              </a:defRPr>
            </a:lvl1pPr>
          </a:lstStyle>
          <a:p>
            <a:r>
              <a:rPr lang="en-GB"/>
              <a:t>Click to edit Master subtitle style</a:t>
            </a:r>
          </a:p>
        </p:txBody>
      </p:sp>
      <p:sp>
        <p:nvSpPr>
          <p:cNvPr id="104" name="Text Placeholder 31"/>
          <p:cNvSpPr>
            <a:spLocks noGrp="1"/>
          </p:cNvSpPr>
          <p:nvPr>
            <p:ph type="body" sz="quarter" idx="10" hasCustomPrompt="1"/>
          </p:nvPr>
        </p:nvSpPr>
        <p:spPr>
          <a:xfrm>
            <a:off x="2175500" y="5666465"/>
            <a:ext cx="5187731" cy="237600"/>
          </a:xfrm>
        </p:spPr>
        <p:txBody>
          <a:bodyPr anchor="t" anchorCtr="0"/>
          <a:lstStyle>
            <a:lvl1pPr>
              <a:lnSpc>
                <a:spcPct val="100000"/>
              </a:lnSpc>
              <a:buNone/>
              <a:defRPr sz="1400">
                <a:solidFill>
                  <a:schemeClr val="tx1"/>
                </a:solidFill>
                <a:latin typeface="ShellBold" panose="00000800000000000000" pitchFamily="50" charset="0"/>
              </a:defRPr>
            </a:lvl1pPr>
          </a:lstStyle>
          <a:p>
            <a:pPr lvl="0"/>
            <a:r>
              <a:rPr lang="en-GB"/>
              <a:t>Click to insert Author’s Name</a:t>
            </a:r>
          </a:p>
        </p:txBody>
      </p:sp>
      <p:sp>
        <p:nvSpPr>
          <p:cNvPr id="105" name="Text Placeholder 31"/>
          <p:cNvSpPr>
            <a:spLocks noGrp="1"/>
          </p:cNvSpPr>
          <p:nvPr>
            <p:ph type="body" sz="quarter" idx="11" hasCustomPrompt="1"/>
          </p:nvPr>
        </p:nvSpPr>
        <p:spPr>
          <a:xfrm>
            <a:off x="2175500" y="5923869"/>
            <a:ext cx="5187731" cy="237600"/>
          </a:xfrm>
        </p:spPr>
        <p:txBody>
          <a:bodyPr anchor="t" anchorCtr="0"/>
          <a:lstStyle>
            <a:lvl1pPr>
              <a:lnSpc>
                <a:spcPct val="100000"/>
              </a:lnSpc>
              <a:buNone/>
              <a:defRPr sz="1400">
                <a:solidFill>
                  <a:schemeClr val="tx1"/>
                </a:solidFill>
                <a:latin typeface="+mn-lt"/>
              </a:defRPr>
            </a:lvl1pPr>
          </a:lstStyle>
          <a:p>
            <a:pPr lvl="0"/>
            <a:r>
              <a:rPr lang="en-GB" noProof="1"/>
              <a:t>Click to insert Role in Organisation</a:t>
            </a:r>
          </a:p>
        </p:txBody>
      </p:sp>
      <p:sp>
        <p:nvSpPr>
          <p:cNvPr id="90"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8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5" name="TextBox 14" descr="CONFIDENTIAL_TAG_0xFFEE">
            <a:extLst>
              <a:ext uri="{FF2B5EF4-FFF2-40B4-BE49-F238E27FC236}">
                <a16:creationId xmlns:a16="http://schemas.microsoft.com/office/drawing/2014/main" id="{20CDD48E-D3AE-497C-854A-37D05E7743C1}"/>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2430550235"/>
      </p:ext>
    </p:extLst>
  </p:cSld>
  <p:clrMapOvr>
    <a:masterClrMapping/>
  </p:clrMapOvr>
  <p:transition/>
  <p:hf hdr="0"/>
  <p:extLst>
    <p:ext uri="{DCECCB84-F9BA-43D5-87BE-67443E8EF086}">
      <p15:sldGuideLst xmlns:p15="http://schemas.microsoft.com/office/powerpoint/2012/main">
        <p15:guide id="1" orient="horz" pos="3058">
          <p15:clr>
            <a:srgbClr val="FBAE40"/>
          </p15:clr>
        </p15:guide>
        <p15:guide id="2" orient="horz" pos="223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ShellBold" panose="00000800000000000000" pitchFamily="50" charset="0"/>
              </a:defRPr>
            </a:lvl1pPr>
          </a:lstStyle>
          <a:p>
            <a:pPr lvl="0"/>
            <a:r>
              <a:rPr lang="en-GB" noProof="0"/>
              <a:t>Click to edit Master title style</a:t>
            </a:r>
          </a:p>
        </p:txBody>
      </p:sp>
      <p:sp>
        <p:nvSpPr>
          <p:cNvPr id="10" name="Content Placeholder 9"/>
          <p:cNvSpPr>
            <a:spLocks noGrp="1"/>
          </p:cNvSpPr>
          <p:nvPr>
            <p:ph sz="quarter" idx="11"/>
          </p:nvPr>
        </p:nvSpPr>
        <p:spPr>
          <a:xfrm>
            <a:off x="508000" y="1528763"/>
            <a:ext cx="11171238" cy="4830761"/>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tx1"/>
              </a:buClr>
              <a:buSzPct val="75000"/>
              <a:buFont typeface="Wingdings" pitchFamily="2" charset="2"/>
              <a:buChar char=""/>
              <a:defRPr sz="1800"/>
            </a:lvl3pPr>
            <a:lvl4pPr marL="687600" indent="-228600" defTabSz="357708">
              <a:lnSpc>
                <a:spcPct val="140000"/>
              </a:lnSpc>
              <a:spcBef>
                <a:spcPts val="0"/>
              </a:spcBef>
              <a:buClr>
                <a:schemeClr val="tx1"/>
              </a:buClr>
              <a:buSzPct val="75000"/>
              <a:buFont typeface="Wingdings" pitchFamily="2" charset="2"/>
              <a:buChar char=""/>
              <a:defRPr sz="1800"/>
            </a:lvl4pPr>
            <a:lvl5pPr marL="890800" indent="-203200" defTabSz="357708">
              <a:lnSpc>
                <a:spcPct val="140000"/>
              </a:lnSpc>
              <a:spcBef>
                <a:spcPts val="0"/>
              </a:spcBef>
              <a:buClr>
                <a:schemeClr val="tx1"/>
              </a:buClr>
              <a:buSzPct val="75000"/>
              <a:buFont typeface="Wingdings" pitchFamily="2" charset="2"/>
              <a:buChar char=""/>
              <a:defRPr sz="1600"/>
            </a:lvl5pPr>
            <a:lvl6pPr marL="1043200" indent="-152400" defTabSz="357708">
              <a:lnSpc>
                <a:spcPct val="140000"/>
              </a:lnSpc>
              <a:buClr>
                <a:schemeClr val="tx1"/>
              </a:buClr>
              <a:buSzPct val="75000"/>
              <a:buFont typeface="Wingdings"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7" name="TextBox 6" descr="CONFIDENTIAL_TAG_0xFFEE">
            <a:extLst>
              <a:ext uri="{FF2B5EF4-FFF2-40B4-BE49-F238E27FC236}">
                <a16:creationId xmlns:a16="http://schemas.microsoft.com/office/drawing/2014/main" id="{460F0F99-2CC3-443F-B1CA-B0AF0169E7F3}"/>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2816135405"/>
      </p:ext>
    </p:extLst>
  </p:cSld>
  <p:clrMapOvr>
    <a:masterClrMapping/>
  </p:clrMapOvr>
  <p:transition/>
  <p:hf hdr="0"/>
  <p:extLst>
    <p:ext uri="{DCECCB84-F9BA-43D5-87BE-67443E8EF086}">
      <p15:sldGuideLst xmlns:p15="http://schemas.microsoft.com/office/powerpoint/2012/main">
        <p15:guide id="1" orient="horz" pos="2160">
          <p15:clr>
            <a:srgbClr val="FBAE40"/>
          </p15:clr>
        </p15:guide>
        <p15:guide id="2" orient="horz" pos="813">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 Full Screen Image">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bwMode="auto">
          <a:xfrm>
            <a:off x="-2381" y="0"/>
            <a:ext cx="12194382" cy="6858000"/>
          </a:xfrm>
          <a:custGeom>
            <a:avLst/>
            <a:gdLst>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63913 w 12194723"/>
              <a:gd name="connsiteY5" fmla="*/ 763913 h 6857999"/>
              <a:gd name="connsiteX6" fmla="*/ 763913 w 12194723"/>
              <a:gd name="connsiteY6" fmla="*/ 6094086 h 6857999"/>
              <a:gd name="connsiteX7" fmla="*/ 11430810 w 12194723"/>
              <a:gd name="connsiteY7" fmla="*/ 6094086 h 6857999"/>
              <a:gd name="connsiteX8" fmla="*/ 11430810 w 12194723"/>
              <a:gd name="connsiteY8" fmla="*/ 763913 h 6857999"/>
              <a:gd name="connsiteX9" fmla="*/ 763913 w 12194723"/>
              <a:gd name="connsiteY9" fmla="*/ 763913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11430810 w 12194723"/>
              <a:gd name="connsiteY7" fmla="*/ 6094086 h 6857999"/>
              <a:gd name="connsiteX8" fmla="*/ 11430810 w 12194723"/>
              <a:gd name="connsiteY8" fmla="*/ 763913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11430810 w 12194723"/>
              <a:gd name="connsiteY7" fmla="*/ 6094086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7697906 w 12194723"/>
              <a:gd name="connsiteY7" fmla="*/ 6094086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7633360 w 12194723"/>
              <a:gd name="connsiteY7" fmla="*/ 6094086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7618431 w 12194723"/>
              <a:gd name="connsiteY7" fmla="*/ 6359075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094086 h 6857999"/>
              <a:gd name="connsiteX7" fmla="*/ 7622163 w 12194723"/>
              <a:gd name="connsiteY7" fmla="*/ 6355342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753155 w 12194723"/>
              <a:gd name="connsiteY5" fmla="*/ 3560901 h 6857999"/>
              <a:gd name="connsiteX6" fmla="*/ 763913 w 12194723"/>
              <a:gd name="connsiteY6" fmla="*/ 6359075 h 6857999"/>
              <a:gd name="connsiteX7" fmla="*/ 7622163 w 12194723"/>
              <a:gd name="connsiteY7" fmla="*/ 6355342 h 6857999"/>
              <a:gd name="connsiteX8" fmla="*/ 7622603 w 12194723"/>
              <a:gd name="connsiteY8" fmla="*/ 3560901 h 6857999"/>
              <a:gd name="connsiteX9" fmla="*/ 753155 w 12194723"/>
              <a:gd name="connsiteY9" fmla="*/ 356090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482698 w 12194723"/>
              <a:gd name="connsiteY5" fmla="*/ 482850 h 6857999"/>
              <a:gd name="connsiteX6" fmla="*/ 763913 w 12194723"/>
              <a:gd name="connsiteY6" fmla="*/ 6359075 h 6857999"/>
              <a:gd name="connsiteX7" fmla="*/ 7622163 w 12194723"/>
              <a:gd name="connsiteY7" fmla="*/ 6355342 h 6857999"/>
              <a:gd name="connsiteX8" fmla="*/ 7622603 w 12194723"/>
              <a:gd name="connsiteY8" fmla="*/ 3560901 h 6857999"/>
              <a:gd name="connsiteX9" fmla="*/ 482698 w 12194723"/>
              <a:gd name="connsiteY9" fmla="*/ 482850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4129 w 12194723"/>
              <a:gd name="connsiteY5" fmla="*/ 501900 h 6857999"/>
              <a:gd name="connsiteX6" fmla="*/ 763913 w 12194723"/>
              <a:gd name="connsiteY6" fmla="*/ 6359075 h 6857999"/>
              <a:gd name="connsiteX7" fmla="*/ 7622163 w 12194723"/>
              <a:gd name="connsiteY7" fmla="*/ 6355342 h 6857999"/>
              <a:gd name="connsiteX8" fmla="*/ 7622603 w 12194723"/>
              <a:gd name="connsiteY8" fmla="*/ 3560901 h 6857999"/>
              <a:gd name="connsiteX9" fmla="*/ 504129 w 12194723"/>
              <a:gd name="connsiteY9" fmla="*/ 501900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4129 w 12194723"/>
              <a:gd name="connsiteY5" fmla="*/ 501900 h 6857999"/>
              <a:gd name="connsiteX6" fmla="*/ 506335 w 12194723"/>
              <a:gd name="connsiteY6" fmla="*/ 666613 h 6857999"/>
              <a:gd name="connsiteX7" fmla="*/ 7622163 w 12194723"/>
              <a:gd name="connsiteY7" fmla="*/ 6355342 h 6857999"/>
              <a:gd name="connsiteX8" fmla="*/ 7622603 w 12194723"/>
              <a:gd name="connsiteY8" fmla="*/ 3560901 h 6857999"/>
              <a:gd name="connsiteX9" fmla="*/ 504129 w 12194723"/>
              <a:gd name="connsiteY9" fmla="*/ 501900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4129 w 12194723"/>
              <a:gd name="connsiteY5" fmla="*/ 501900 h 6857999"/>
              <a:gd name="connsiteX6" fmla="*/ 506335 w 12194723"/>
              <a:gd name="connsiteY6" fmla="*/ 666613 h 6857999"/>
              <a:gd name="connsiteX7" fmla="*/ 7622163 w 12194723"/>
              <a:gd name="connsiteY7" fmla="*/ 6355342 h 6857999"/>
              <a:gd name="connsiteX8" fmla="*/ 1788474 w 12194723"/>
              <a:gd name="connsiteY8" fmla="*/ 508608 h 6857999"/>
              <a:gd name="connsiteX9" fmla="*/ 504129 w 12194723"/>
              <a:gd name="connsiteY9" fmla="*/ 501900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4129 w 12194723"/>
              <a:gd name="connsiteY5" fmla="*/ 501900 h 6857999"/>
              <a:gd name="connsiteX6" fmla="*/ 506335 w 12194723"/>
              <a:gd name="connsiteY6" fmla="*/ 666613 h 6857999"/>
              <a:gd name="connsiteX7" fmla="*/ 1762276 w 12194723"/>
              <a:gd name="connsiteY7" fmla="*/ 675759 h 6857999"/>
              <a:gd name="connsiteX8" fmla="*/ 1788474 w 12194723"/>
              <a:gd name="connsiteY8" fmla="*/ 508608 h 6857999"/>
              <a:gd name="connsiteX9" fmla="*/ 504129 w 12194723"/>
              <a:gd name="connsiteY9" fmla="*/ 501900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4281 h 6857999"/>
              <a:gd name="connsiteX6" fmla="*/ 506335 w 12194723"/>
              <a:gd name="connsiteY6" fmla="*/ 666613 h 6857999"/>
              <a:gd name="connsiteX7" fmla="*/ 1762276 w 12194723"/>
              <a:gd name="connsiteY7" fmla="*/ 675759 h 6857999"/>
              <a:gd name="connsiteX8" fmla="*/ 1788474 w 12194723"/>
              <a:gd name="connsiteY8" fmla="*/ 508608 h 6857999"/>
              <a:gd name="connsiteX9" fmla="*/ 508891 w 12194723"/>
              <a:gd name="connsiteY9" fmla="*/ 50428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4281 h 6857999"/>
              <a:gd name="connsiteX6" fmla="*/ 506335 w 12194723"/>
              <a:gd name="connsiteY6" fmla="*/ 666613 h 6857999"/>
              <a:gd name="connsiteX7" fmla="*/ 1762276 w 12194723"/>
              <a:gd name="connsiteY7" fmla="*/ 675759 h 6857999"/>
              <a:gd name="connsiteX8" fmla="*/ 1788474 w 12194723"/>
              <a:gd name="connsiteY8" fmla="*/ 508608 h 6857999"/>
              <a:gd name="connsiteX9" fmla="*/ 508891 w 12194723"/>
              <a:gd name="connsiteY9" fmla="*/ 50428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4281 h 6857999"/>
              <a:gd name="connsiteX6" fmla="*/ 506335 w 12194723"/>
              <a:gd name="connsiteY6" fmla="*/ 666613 h 6857999"/>
              <a:gd name="connsiteX7" fmla="*/ 1762276 w 12194723"/>
              <a:gd name="connsiteY7" fmla="*/ 675759 h 6857999"/>
              <a:gd name="connsiteX8" fmla="*/ 1788474 w 12194723"/>
              <a:gd name="connsiteY8" fmla="*/ 508608 h 6857999"/>
              <a:gd name="connsiteX9" fmla="*/ 508891 w 12194723"/>
              <a:gd name="connsiteY9" fmla="*/ 50428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4281 h 6857999"/>
              <a:gd name="connsiteX6" fmla="*/ 506335 w 12194723"/>
              <a:gd name="connsiteY6" fmla="*/ 666613 h 6857999"/>
              <a:gd name="connsiteX7" fmla="*/ 1788470 w 12194723"/>
              <a:gd name="connsiteY7" fmla="*/ 587653 h 6857999"/>
              <a:gd name="connsiteX8" fmla="*/ 1788474 w 12194723"/>
              <a:gd name="connsiteY8" fmla="*/ 508608 h 6857999"/>
              <a:gd name="connsiteX9" fmla="*/ 508891 w 12194723"/>
              <a:gd name="connsiteY9" fmla="*/ 50428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4281 h 6857999"/>
              <a:gd name="connsiteX6" fmla="*/ 511097 w 12194723"/>
              <a:gd name="connsiteY6" fmla="*/ 583270 h 6857999"/>
              <a:gd name="connsiteX7" fmla="*/ 1788470 w 12194723"/>
              <a:gd name="connsiteY7" fmla="*/ 587653 h 6857999"/>
              <a:gd name="connsiteX8" fmla="*/ 1788474 w 12194723"/>
              <a:gd name="connsiteY8" fmla="*/ 508608 h 6857999"/>
              <a:gd name="connsiteX9" fmla="*/ 508891 w 12194723"/>
              <a:gd name="connsiteY9" fmla="*/ 50428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4281 h 6857999"/>
              <a:gd name="connsiteX6" fmla="*/ 511097 w 12194723"/>
              <a:gd name="connsiteY6" fmla="*/ 583270 h 6857999"/>
              <a:gd name="connsiteX7" fmla="*/ 1788470 w 12194723"/>
              <a:gd name="connsiteY7" fmla="*/ 587653 h 6857999"/>
              <a:gd name="connsiteX8" fmla="*/ 1788474 w 12194723"/>
              <a:gd name="connsiteY8" fmla="*/ 508608 h 6857999"/>
              <a:gd name="connsiteX9" fmla="*/ 508891 w 12194723"/>
              <a:gd name="connsiteY9" fmla="*/ 50428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4281 h 6857999"/>
              <a:gd name="connsiteX6" fmla="*/ 511097 w 12194723"/>
              <a:gd name="connsiteY6" fmla="*/ 583270 h 6857999"/>
              <a:gd name="connsiteX7" fmla="*/ 1788470 w 12194723"/>
              <a:gd name="connsiteY7" fmla="*/ 587653 h 6857999"/>
              <a:gd name="connsiteX8" fmla="*/ 1788474 w 12194723"/>
              <a:gd name="connsiteY8" fmla="*/ 508608 h 6857999"/>
              <a:gd name="connsiteX9" fmla="*/ 508891 w 12194723"/>
              <a:gd name="connsiteY9" fmla="*/ 50428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4281 h 6857999"/>
              <a:gd name="connsiteX6" fmla="*/ 511097 w 12194723"/>
              <a:gd name="connsiteY6" fmla="*/ 583270 h 6857999"/>
              <a:gd name="connsiteX7" fmla="*/ 1788470 w 12194723"/>
              <a:gd name="connsiteY7" fmla="*/ 587653 h 6857999"/>
              <a:gd name="connsiteX8" fmla="*/ 1788474 w 12194723"/>
              <a:gd name="connsiteY8" fmla="*/ 508608 h 6857999"/>
              <a:gd name="connsiteX9" fmla="*/ 508891 w 12194723"/>
              <a:gd name="connsiteY9" fmla="*/ 50428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4281 h 6857999"/>
              <a:gd name="connsiteX6" fmla="*/ 511097 w 12194723"/>
              <a:gd name="connsiteY6" fmla="*/ 583270 h 6857999"/>
              <a:gd name="connsiteX7" fmla="*/ 1788470 w 12194723"/>
              <a:gd name="connsiteY7" fmla="*/ 587653 h 6857999"/>
              <a:gd name="connsiteX8" fmla="*/ 1788474 w 12194723"/>
              <a:gd name="connsiteY8" fmla="*/ 508608 h 6857999"/>
              <a:gd name="connsiteX9" fmla="*/ 508891 w 12194723"/>
              <a:gd name="connsiteY9" fmla="*/ 504281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8470 w 12194723"/>
              <a:gd name="connsiteY7" fmla="*/ 587653 h 6857999"/>
              <a:gd name="connsiteX8" fmla="*/ 1788474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8470 w 12194723"/>
              <a:gd name="connsiteY7" fmla="*/ 587653 h 6857999"/>
              <a:gd name="connsiteX8" fmla="*/ 1788474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8470 w 12194723"/>
              <a:gd name="connsiteY7" fmla="*/ 587653 h 6857999"/>
              <a:gd name="connsiteX8" fmla="*/ 1788474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8470 w 12194723"/>
              <a:gd name="connsiteY7" fmla="*/ 587653 h 6857999"/>
              <a:gd name="connsiteX8" fmla="*/ 1788474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8470 w 12194723"/>
              <a:gd name="connsiteY7" fmla="*/ 587653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2 w 12194723"/>
              <a:gd name="connsiteY7" fmla="*/ 587653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2 w 12194723"/>
              <a:gd name="connsiteY7" fmla="*/ 587653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2 w 12194723"/>
              <a:gd name="connsiteY7" fmla="*/ 587653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2 w 12194723"/>
              <a:gd name="connsiteY7" fmla="*/ 587653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2 w 12194723"/>
              <a:gd name="connsiteY7" fmla="*/ 587653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2 w 12194723"/>
              <a:gd name="connsiteY7" fmla="*/ 587653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2 w 12194723"/>
              <a:gd name="connsiteY7" fmla="*/ 587653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2 w 12194723"/>
              <a:gd name="connsiteY7" fmla="*/ 587653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78949 w 12194723"/>
              <a:gd name="connsiteY8" fmla="*/ 5086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963833 w 12194723"/>
              <a:gd name="connsiteY8" fmla="*/ 506110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996313 w 12194723"/>
              <a:gd name="connsiteY8" fmla="*/ 486123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966332 w 12194723"/>
              <a:gd name="connsiteY8" fmla="*/ 381191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86445 w 12194723"/>
              <a:gd name="connsiteY8" fmla="*/ 558575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88944 w 12194723"/>
              <a:gd name="connsiteY8" fmla="*/ 506109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88944 w 12194723"/>
              <a:gd name="connsiteY8" fmla="*/ 503610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88944 w 12194723"/>
              <a:gd name="connsiteY8" fmla="*/ 503610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53965 w 12194723"/>
              <a:gd name="connsiteY8" fmla="*/ 5061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71454 w 12194723"/>
              <a:gd name="connsiteY8" fmla="*/ 503609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71455 w 12194723"/>
              <a:gd name="connsiteY8" fmla="*/ 5061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71456 w 12194723"/>
              <a:gd name="connsiteY8" fmla="*/ 5061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81325 w 12194723"/>
              <a:gd name="connsiteY7" fmla="*/ 585272 h 6857999"/>
              <a:gd name="connsiteX8" fmla="*/ 1771456 w 12194723"/>
              <a:gd name="connsiteY8" fmla="*/ 5061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1 w 12194723"/>
              <a:gd name="connsiteY7" fmla="*/ 585272 h 6857999"/>
              <a:gd name="connsiteX8" fmla="*/ 1771456 w 12194723"/>
              <a:gd name="connsiteY8" fmla="*/ 5061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1 w 12194723"/>
              <a:gd name="connsiteY7" fmla="*/ 585272 h 6857999"/>
              <a:gd name="connsiteX8" fmla="*/ 1771456 w 12194723"/>
              <a:gd name="connsiteY8" fmla="*/ 5061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06662 h 6857999"/>
              <a:gd name="connsiteX6" fmla="*/ 511097 w 12194723"/>
              <a:gd name="connsiteY6" fmla="*/ 583270 h 6857999"/>
              <a:gd name="connsiteX7" fmla="*/ 1774181 w 12194723"/>
              <a:gd name="connsiteY7" fmla="*/ 585272 h 6857999"/>
              <a:gd name="connsiteX8" fmla="*/ 1771456 w 12194723"/>
              <a:gd name="connsiteY8" fmla="*/ 506108 h 6857999"/>
              <a:gd name="connsiteX9" fmla="*/ 508891 w 12194723"/>
              <a:gd name="connsiteY9" fmla="*/ 506662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11425 h 6857999"/>
              <a:gd name="connsiteX6" fmla="*/ 511097 w 12194723"/>
              <a:gd name="connsiteY6" fmla="*/ 583270 h 6857999"/>
              <a:gd name="connsiteX7" fmla="*/ 1774181 w 12194723"/>
              <a:gd name="connsiteY7" fmla="*/ 585272 h 6857999"/>
              <a:gd name="connsiteX8" fmla="*/ 1771456 w 12194723"/>
              <a:gd name="connsiteY8" fmla="*/ 506108 h 6857999"/>
              <a:gd name="connsiteX9" fmla="*/ 508891 w 12194723"/>
              <a:gd name="connsiteY9" fmla="*/ 511425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11425 h 6857999"/>
              <a:gd name="connsiteX6" fmla="*/ 511097 w 12194723"/>
              <a:gd name="connsiteY6" fmla="*/ 583270 h 6857999"/>
              <a:gd name="connsiteX7" fmla="*/ 1774181 w 12194723"/>
              <a:gd name="connsiteY7" fmla="*/ 585272 h 6857999"/>
              <a:gd name="connsiteX8" fmla="*/ 1771457 w 12194723"/>
              <a:gd name="connsiteY8" fmla="*/ 513252 h 6857999"/>
              <a:gd name="connsiteX9" fmla="*/ 508891 w 12194723"/>
              <a:gd name="connsiteY9" fmla="*/ 511425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11425 h 6857999"/>
              <a:gd name="connsiteX6" fmla="*/ 511097 w 12194723"/>
              <a:gd name="connsiteY6" fmla="*/ 583270 h 6857999"/>
              <a:gd name="connsiteX7" fmla="*/ 1774181 w 12194723"/>
              <a:gd name="connsiteY7" fmla="*/ 585272 h 6857999"/>
              <a:gd name="connsiteX8" fmla="*/ 1771457 w 12194723"/>
              <a:gd name="connsiteY8" fmla="*/ 513252 h 6857999"/>
              <a:gd name="connsiteX9" fmla="*/ 508891 w 12194723"/>
              <a:gd name="connsiteY9" fmla="*/ 511425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11425 h 6857999"/>
              <a:gd name="connsiteX6" fmla="*/ 511097 w 12194723"/>
              <a:gd name="connsiteY6" fmla="*/ 583270 h 6857999"/>
              <a:gd name="connsiteX7" fmla="*/ 1774181 w 12194723"/>
              <a:gd name="connsiteY7" fmla="*/ 585272 h 6857999"/>
              <a:gd name="connsiteX8" fmla="*/ 1771457 w 12194723"/>
              <a:gd name="connsiteY8" fmla="*/ 513252 h 6857999"/>
              <a:gd name="connsiteX9" fmla="*/ 508891 w 12194723"/>
              <a:gd name="connsiteY9" fmla="*/ 511425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11425 h 6857999"/>
              <a:gd name="connsiteX6" fmla="*/ 511097 w 12194723"/>
              <a:gd name="connsiteY6" fmla="*/ 583270 h 6857999"/>
              <a:gd name="connsiteX7" fmla="*/ 1774181 w 12194723"/>
              <a:gd name="connsiteY7" fmla="*/ 585272 h 6857999"/>
              <a:gd name="connsiteX8" fmla="*/ 1769076 w 12194723"/>
              <a:gd name="connsiteY8" fmla="*/ 508490 h 6857999"/>
              <a:gd name="connsiteX9" fmla="*/ 508891 w 12194723"/>
              <a:gd name="connsiteY9" fmla="*/ 511425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11425 h 6857999"/>
              <a:gd name="connsiteX6" fmla="*/ 511097 w 12194723"/>
              <a:gd name="connsiteY6" fmla="*/ 583270 h 6857999"/>
              <a:gd name="connsiteX7" fmla="*/ 1774181 w 12194723"/>
              <a:gd name="connsiteY7" fmla="*/ 585272 h 6857999"/>
              <a:gd name="connsiteX8" fmla="*/ 1769076 w 12194723"/>
              <a:gd name="connsiteY8" fmla="*/ 508490 h 6857999"/>
              <a:gd name="connsiteX9" fmla="*/ 508891 w 12194723"/>
              <a:gd name="connsiteY9" fmla="*/ 511425 h 6857999"/>
              <a:gd name="connsiteX0" fmla="*/ 0 w 12194723"/>
              <a:gd name="connsiteY0" fmla="*/ 0 h 6857999"/>
              <a:gd name="connsiteX1" fmla="*/ 12194723 w 12194723"/>
              <a:gd name="connsiteY1" fmla="*/ 0 h 6857999"/>
              <a:gd name="connsiteX2" fmla="*/ 12194723 w 12194723"/>
              <a:gd name="connsiteY2" fmla="*/ 6857999 h 6857999"/>
              <a:gd name="connsiteX3" fmla="*/ 0 w 12194723"/>
              <a:gd name="connsiteY3" fmla="*/ 6857999 h 6857999"/>
              <a:gd name="connsiteX4" fmla="*/ 0 w 12194723"/>
              <a:gd name="connsiteY4" fmla="*/ 0 h 6857999"/>
              <a:gd name="connsiteX5" fmla="*/ 508891 w 12194723"/>
              <a:gd name="connsiteY5" fmla="*/ 511425 h 6857999"/>
              <a:gd name="connsiteX6" fmla="*/ 511097 w 12194723"/>
              <a:gd name="connsiteY6" fmla="*/ 583270 h 6857999"/>
              <a:gd name="connsiteX7" fmla="*/ 1774181 w 12194723"/>
              <a:gd name="connsiteY7" fmla="*/ 585272 h 6857999"/>
              <a:gd name="connsiteX8" fmla="*/ 1769076 w 12194723"/>
              <a:gd name="connsiteY8" fmla="*/ 508490 h 6857999"/>
              <a:gd name="connsiteX9" fmla="*/ 508891 w 12194723"/>
              <a:gd name="connsiteY9" fmla="*/ 51142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4723" h="6857999">
                <a:moveTo>
                  <a:pt x="0" y="0"/>
                </a:moveTo>
                <a:lnTo>
                  <a:pt x="12194723" y="0"/>
                </a:lnTo>
                <a:lnTo>
                  <a:pt x="12194723" y="6857999"/>
                </a:lnTo>
                <a:lnTo>
                  <a:pt x="0" y="6857999"/>
                </a:lnTo>
                <a:lnTo>
                  <a:pt x="0" y="0"/>
                </a:lnTo>
                <a:close/>
                <a:moveTo>
                  <a:pt x="508891" y="511425"/>
                </a:moveTo>
                <a:cubicBezTo>
                  <a:pt x="509626" y="566329"/>
                  <a:pt x="510362" y="528366"/>
                  <a:pt x="511097" y="583270"/>
                </a:cubicBezTo>
                <a:lnTo>
                  <a:pt x="1774181" y="585272"/>
                </a:lnTo>
                <a:cubicBezTo>
                  <a:pt x="1771177" y="584735"/>
                  <a:pt x="1784691" y="508891"/>
                  <a:pt x="1769076" y="508490"/>
                </a:cubicBezTo>
                <a:cubicBezTo>
                  <a:pt x="1753461" y="508089"/>
                  <a:pt x="928953" y="510447"/>
                  <a:pt x="508891" y="511425"/>
                </a:cubicBezTo>
                <a:close/>
              </a:path>
            </a:pathLst>
          </a:custGeom>
          <a:noFill/>
          <a:ln w="3175" algn="ctr">
            <a:noFill/>
            <a:miter lim="800000"/>
            <a:headEnd/>
            <a:tailEnd/>
          </a:ln>
        </p:spPr>
        <p:txBody>
          <a:bodyPr/>
          <a:lstStyle>
            <a:lvl1pPr>
              <a:defRPr sz="2133"/>
            </a:lvl1pPr>
          </a:lstStyle>
          <a:p>
            <a:r>
              <a:rPr lang="en-GB"/>
              <a:t>Click icon to add picture</a:t>
            </a:r>
          </a:p>
        </p:txBody>
      </p:sp>
      <p:sp>
        <p:nvSpPr>
          <p:cNvPr id="34" name="Rectangle 2"/>
          <p:cNvSpPr>
            <a:spLocks noGrp="1" noChangeArrowheads="1"/>
          </p:cNvSpPr>
          <p:nvPr>
            <p:ph type="title"/>
          </p:nvPr>
        </p:nvSpPr>
        <p:spPr bwMode="auto">
          <a:xfrm>
            <a:off x="508000" y="712800"/>
            <a:ext cx="11171238"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ShellBold" panose="00000800000000000000" pitchFamily="50" charset="0"/>
              </a:defRPr>
            </a:lvl1pPr>
          </a:lstStyle>
          <a:p>
            <a:pPr lvl="0"/>
            <a:r>
              <a:rPr lang="en-GB" noProof="0"/>
              <a:t>Click to edit Master title style</a:t>
            </a:r>
          </a:p>
        </p:txBody>
      </p:sp>
      <p:sp>
        <p:nvSpPr>
          <p:cNvPr id="10" name="Content Placeholder 9"/>
          <p:cNvSpPr>
            <a:spLocks noGrp="1"/>
          </p:cNvSpPr>
          <p:nvPr>
            <p:ph sz="quarter" idx="11"/>
          </p:nvPr>
        </p:nvSpPr>
        <p:spPr>
          <a:xfrm>
            <a:off x="508000" y="1528763"/>
            <a:ext cx="5468938" cy="4830761"/>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tx1"/>
              </a:buClr>
              <a:buSzPct val="75000"/>
              <a:buFont typeface="Wingdings" pitchFamily="2" charset="2"/>
              <a:buChar char=""/>
              <a:defRPr sz="1800"/>
            </a:lvl3pPr>
            <a:lvl4pPr marL="687600" indent="-228600" defTabSz="357708">
              <a:lnSpc>
                <a:spcPct val="140000"/>
              </a:lnSpc>
              <a:spcBef>
                <a:spcPts val="0"/>
              </a:spcBef>
              <a:buClr>
                <a:schemeClr val="tx1"/>
              </a:buClr>
              <a:buSzPct val="75000"/>
              <a:buFont typeface="Wingdings" pitchFamily="2" charset="2"/>
              <a:buChar char=""/>
              <a:defRPr sz="1800"/>
            </a:lvl4pPr>
            <a:lvl5pPr marL="890800" indent="-203200" defTabSz="357708">
              <a:lnSpc>
                <a:spcPct val="140000"/>
              </a:lnSpc>
              <a:spcBef>
                <a:spcPts val="0"/>
              </a:spcBef>
              <a:buClr>
                <a:schemeClr val="tx1"/>
              </a:buClr>
              <a:buSzPct val="75000"/>
              <a:buFont typeface="Wingdings" pitchFamily="2" charset="2"/>
              <a:buChar char=""/>
              <a:defRPr sz="1600"/>
            </a:lvl5pPr>
            <a:lvl6pPr marL="1043200" indent="-152400" defTabSz="357708">
              <a:lnSpc>
                <a:spcPct val="140000"/>
              </a:lnSpc>
              <a:buClr>
                <a:schemeClr val="tx1"/>
              </a:buClr>
              <a:buSzPct val="75000"/>
              <a:buFont typeface="Wingdings"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9" name="TextBox 8" descr="CONFIDENTIAL_TAG_0xFFEE">
            <a:extLst>
              <a:ext uri="{FF2B5EF4-FFF2-40B4-BE49-F238E27FC236}">
                <a16:creationId xmlns:a16="http://schemas.microsoft.com/office/drawing/2014/main" id="{458BF08A-FACF-4B93-A8C5-DCB334FAEDF2}"/>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2634649797"/>
      </p:ext>
    </p:extLst>
  </p:cSld>
  <p:clrMapOvr>
    <a:masterClrMapping/>
  </p:clrMapOvr>
  <p:transition/>
  <p:hf hdr="0"/>
  <p:extLst>
    <p:ext uri="{DCECCB84-F9BA-43D5-87BE-67443E8EF086}">
      <p15:sldGuideLst xmlns:p15="http://schemas.microsoft.com/office/powerpoint/2012/main">
        <p15:guide id="1" orient="horz" pos="2160">
          <p15:clr>
            <a:srgbClr val="FBAE40"/>
          </p15:clr>
        </p15:guide>
        <p15:guide id="2" orient="horz" pos="81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 High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752474"/>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sz="2400" b="0" kern="1200" cap="none" baseline="0" noProof="0" dirty="0" smtClean="0">
                <a:solidFill>
                  <a:schemeClr val="tx1"/>
                </a:solidFill>
                <a:latin typeface="ShellBold" panose="00000800000000000000" pitchFamily="50" charset="0"/>
                <a:ea typeface="+mj-ea"/>
                <a:cs typeface="+mj-cs"/>
              </a:defRPr>
            </a:lvl1pPr>
          </a:lstStyle>
          <a:p>
            <a:pPr lvl="0"/>
            <a:r>
              <a:rPr lang="en-GB" noProof="0"/>
              <a:t>Click to edit Master title style</a:t>
            </a:r>
          </a:p>
        </p:txBody>
      </p:sp>
      <p:sp>
        <p:nvSpPr>
          <p:cNvPr id="11" name="Content Placeholder 9"/>
          <p:cNvSpPr>
            <a:spLocks noGrp="1"/>
          </p:cNvSpPr>
          <p:nvPr>
            <p:ph sz="quarter" idx="11"/>
          </p:nvPr>
        </p:nvSpPr>
        <p:spPr>
          <a:xfrm>
            <a:off x="508000" y="1528763"/>
            <a:ext cx="11171238" cy="4830762"/>
          </a:xfrm>
        </p:spPr>
        <p:txBody>
          <a:bodyPr/>
          <a:lstStyle>
            <a:lvl1pPr marL="0" indent="0" defTabSz="357708">
              <a:lnSpc>
                <a:spcPct val="140000"/>
              </a:lnSpc>
              <a:spcBef>
                <a:spcPts val="0"/>
              </a:spcBef>
              <a:defRPr sz="1400"/>
            </a:lvl1pPr>
            <a:lvl2pPr marL="176400" indent="-176400" defTabSz="357708">
              <a:lnSpc>
                <a:spcPct val="140000"/>
              </a:lnSpc>
              <a:spcBef>
                <a:spcPts val="0"/>
              </a:spcBef>
              <a:defRPr sz="1400"/>
            </a:lvl2pPr>
            <a:lvl3pPr marL="354200" indent="-177800" defTabSz="357708">
              <a:lnSpc>
                <a:spcPct val="140000"/>
              </a:lnSpc>
              <a:spcBef>
                <a:spcPts val="0"/>
              </a:spcBef>
              <a:buClr>
                <a:schemeClr val="tx1"/>
              </a:buClr>
              <a:buSzPct val="75000"/>
              <a:buFont typeface="Wingdings" pitchFamily="2" charset="2"/>
              <a:buChar char=""/>
              <a:defRPr sz="1400"/>
            </a:lvl3pPr>
            <a:lvl4pPr marL="532000" indent="-177800" defTabSz="357708">
              <a:lnSpc>
                <a:spcPct val="140000"/>
              </a:lnSpc>
              <a:spcBef>
                <a:spcPts val="0"/>
              </a:spcBef>
              <a:buClr>
                <a:schemeClr val="tx1"/>
              </a:buClr>
              <a:buSzPct val="75000"/>
              <a:buFont typeface="Wingdings" pitchFamily="2" charset="2"/>
              <a:buChar char=""/>
              <a:defRPr sz="1400"/>
            </a:lvl4pPr>
            <a:lvl5pPr marL="684400" indent="-152400" defTabSz="357708">
              <a:lnSpc>
                <a:spcPct val="140000"/>
              </a:lnSpc>
              <a:spcBef>
                <a:spcPts val="0"/>
              </a:spcBef>
              <a:buClr>
                <a:schemeClr val="tx1"/>
              </a:buClr>
              <a:buSzPct val="75000"/>
              <a:buFont typeface="Wingdings" pitchFamily="2" charset="2"/>
              <a:buChar char=""/>
              <a:tabLst/>
              <a:defRPr sz="1200"/>
            </a:lvl5pPr>
            <a:lvl6pPr marL="824100" indent="-139700" defTabSz="357708">
              <a:lnSpc>
                <a:spcPct val="140000"/>
              </a:lnSpc>
              <a:buClr>
                <a:schemeClr val="tx1"/>
              </a:buClr>
              <a:buSzPct val="75000"/>
              <a:buFont typeface="Wingdings" pitchFamily="2" charset="2"/>
              <a:buChar char=""/>
              <a:defRPr sz="11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1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7"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7" name="TextBox 6" descr="CONFIDENTIAL_TAG_0xFFEE">
            <a:extLst>
              <a:ext uri="{FF2B5EF4-FFF2-40B4-BE49-F238E27FC236}">
                <a16:creationId xmlns:a16="http://schemas.microsoft.com/office/drawing/2014/main" id="{A9E4C09C-DF3D-4892-B542-AB271522237E}"/>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1521648881"/>
      </p:ext>
    </p:extLst>
  </p:cSld>
  <p:clrMapOvr>
    <a:masterClrMapping/>
  </p:clrMapOvr>
  <p:transition/>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751631"/>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US" sz="2400" b="0" kern="1200" cap="none" baseline="0" noProof="0" dirty="0" smtClean="0">
                <a:solidFill>
                  <a:schemeClr val="tx1"/>
                </a:solidFill>
                <a:latin typeface="ShellBold" panose="00000800000000000000" pitchFamily="50" charset="0"/>
                <a:ea typeface="+mj-ea"/>
                <a:cs typeface="+mj-cs"/>
              </a:defRPr>
            </a:lvl1pPr>
          </a:lstStyle>
          <a:p>
            <a:pPr lvl="0"/>
            <a:r>
              <a:rPr lang="en-GB"/>
              <a:t>Click to edit Master title style</a:t>
            </a:r>
          </a:p>
        </p:txBody>
      </p:sp>
      <p:sp>
        <p:nvSpPr>
          <p:cNvPr id="10" name="Content Placeholder 14"/>
          <p:cNvSpPr>
            <a:spLocks noGrp="1"/>
          </p:cNvSpPr>
          <p:nvPr>
            <p:ph sz="quarter" idx="13"/>
          </p:nvPr>
        </p:nvSpPr>
        <p:spPr>
          <a:xfrm>
            <a:off x="6215064" y="1528764"/>
            <a:ext cx="5464174" cy="4830761"/>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85000"/>
              <a:buFont typeface="Wingdings" pitchFamily="2" charset="2"/>
              <a:buChar char="n"/>
              <a:defRPr sz="1800"/>
            </a:lvl2pPr>
            <a:lvl3pPr marL="459000" indent="-228600">
              <a:spcBef>
                <a:spcPts val="0"/>
              </a:spcBef>
              <a:spcAft>
                <a:spcPts val="0"/>
              </a:spcAft>
              <a:buClr>
                <a:schemeClr val="tx1"/>
              </a:buClr>
              <a:buFont typeface="Wingdings" pitchFamily="2" charset="2"/>
              <a:buChar char=""/>
              <a:defRPr sz="1800"/>
            </a:lvl3pPr>
            <a:lvl4pPr marL="687600" indent="-228600">
              <a:spcBef>
                <a:spcPts val="0"/>
              </a:spcBef>
              <a:spcAft>
                <a:spcPts val="0"/>
              </a:spcAft>
              <a:buClr>
                <a:schemeClr val="tx1"/>
              </a:buClr>
              <a:buFont typeface="Wingdings" pitchFamily="2" charset="2"/>
              <a:buChar char=""/>
              <a:defRPr sz="1800"/>
            </a:lvl4pPr>
            <a:lvl5pPr marL="890800" indent="-203200">
              <a:spcBef>
                <a:spcPts val="0"/>
              </a:spcBef>
              <a:spcAft>
                <a:spcPts val="0"/>
              </a:spcAft>
              <a:buClr>
                <a:schemeClr val="tx1"/>
              </a:buClr>
              <a:buFont typeface="Wingdings" pitchFamily="2" charset="2"/>
              <a:buChar char=""/>
              <a:defRPr sz="1600"/>
            </a:lvl5pPr>
            <a:lvl6pPr marL="1043200" indent="-152400">
              <a:spcBef>
                <a:spcPts val="0"/>
              </a:spcBef>
              <a:spcAft>
                <a:spcPts val="0"/>
              </a:spcAft>
              <a:buClr>
                <a:schemeClr val="tx1"/>
              </a:buClr>
              <a:buFont typeface="Wingdings" pitchFamily="2" charset="2"/>
              <a:buChar char="n"/>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43"/>
          <p:cNvSpPr>
            <a:spLocks noGrp="1"/>
          </p:cNvSpPr>
          <p:nvPr>
            <p:ph type="body" sz="quarter" idx="11"/>
          </p:nvPr>
        </p:nvSpPr>
        <p:spPr>
          <a:xfrm>
            <a:off x="508000" y="1528762"/>
            <a:ext cx="5468938" cy="4830763"/>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85000"/>
              <a:buFont typeface="Wingdings" pitchFamily="2" charset="2"/>
              <a:buChar char="n"/>
              <a:defRPr sz="1800"/>
            </a:lvl2pPr>
            <a:lvl3pPr marL="459000" indent="-228600">
              <a:spcAft>
                <a:spcPts val="0"/>
              </a:spcAft>
              <a:buClr>
                <a:schemeClr val="tx1"/>
              </a:buClr>
              <a:buFont typeface="Wingdings" pitchFamily="2" charset="2"/>
              <a:buChar char=""/>
              <a:defRPr sz="1800"/>
            </a:lvl3pPr>
            <a:lvl4pPr marL="687600" indent="-228600">
              <a:spcBef>
                <a:spcPts val="0"/>
              </a:spcBef>
              <a:spcAft>
                <a:spcPts val="0"/>
              </a:spcAft>
              <a:buClr>
                <a:schemeClr val="tx1"/>
              </a:buClr>
              <a:buFont typeface="Wingdings" pitchFamily="2" charset="2"/>
              <a:buChar char=""/>
              <a:defRPr sz="1800"/>
            </a:lvl4pPr>
            <a:lvl5pPr marL="890800" indent="-203200">
              <a:spcBef>
                <a:spcPts val="0"/>
              </a:spcBef>
              <a:spcAft>
                <a:spcPts val="0"/>
              </a:spcAft>
              <a:buClr>
                <a:schemeClr val="tx1"/>
              </a:buClr>
              <a:buFont typeface="Wingdings" pitchFamily="2" charset="2"/>
              <a:buChar char=""/>
              <a:defRPr sz="1600"/>
            </a:lvl5pPr>
            <a:lvl6pPr marL="1043200" indent="-152400">
              <a:spcBef>
                <a:spcPts val="0"/>
              </a:spcBef>
              <a:spcAft>
                <a:spcPts val="0"/>
              </a:spcAft>
              <a:buClr>
                <a:schemeClr val="tx1"/>
              </a:buClr>
              <a:buFont typeface="Wingdings"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8" name="TextBox 7" descr="CONFIDENTIAL_TAG_0xFFEE">
            <a:extLst>
              <a:ext uri="{FF2B5EF4-FFF2-40B4-BE49-F238E27FC236}">
                <a16:creationId xmlns:a16="http://schemas.microsoft.com/office/drawing/2014/main" id="{59CE6B2D-62E1-446A-B42E-664160762510}"/>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3812336690"/>
      </p:ext>
    </p:extLst>
  </p:cSld>
  <p:clrMapOvr>
    <a:masterClrMapping/>
  </p:clrMapOvr>
  <p:transition/>
  <p:hf hdr="0"/>
  <p:extLst>
    <p:ext uri="{DCECCB84-F9BA-43D5-87BE-67443E8EF086}">
      <p15:sldGuideLst xmlns:p15="http://schemas.microsoft.com/office/powerpoint/2012/main">
        <p15:guide id="1" pos="3840">
          <p15:clr>
            <a:srgbClr val="FBAE40"/>
          </p15:clr>
        </p15:guide>
        <p15:guide id="2" pos="3765">
          <p15:clr>
            <a:srgbClr val="FBAE40"/>
          </p15:clr>
        </p15:guide>
        <p15:guide id="3" pos="391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ntent - High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dirty="0" smtClean="0">
                <a:latin typeface="ShellBold" panose="00000800000000000000" pitchFamily="50" charset="0"/>
              </a:defRPr>
            </a:lvl1pPr>
          </a:lstStyle>
          <a:p>
            <a:pPr lvl="0"/>
            <a:r>
              <a:rPr lang="en-GB"/>
              <a:t>Click to edit Master title style</a:t>
            </a:r>
          </a:p>
        </p:txBody>
      </p:sp>
      <p:sp>
        <p:nvSpPr>
          <p:cNvPr id="10" name="Content Placeholder 14"/>
          <p:cNvSpPr>
            <a:spLocks noGrp="1"/>
          </p:cNvSpPr>
          <p:nvPr>
            <p:ph sz="quarter" idx="13"/>
          </p:nvPr>
        </p:nvSpPr>
        <p:spPr>
          <a:xfrm>
            <a:off x="6215063" y="1528764"/>
            <a:ext cx="5464175" cy="4830762"/>
          </a:xfrm>
        </p:spPr>
        <p:txBody>
          <a:bodyPr/>
          <a:lstStyle>
            <a:lvl1pPr marL="0" indent="0">
              <a:lnSpc>
                <a:spcPct val="140000"/>
              </a:lnSpc>
              <a:spcAft>
                <a:spcPts val="0"/>
              </a:spcAft>
              <a:buClr>
                <a:schemeClr val="accent2"/>
              </a:buClr>
              <a:buSzPct val="85000"/>
              <a:buFont typeface="Wingdings" pitchFamily="2" charset="2"/>
              <a:buNone/>
              <a:defRPr sz="1400"/>
            </a:lvl1pPr>
            <a:lvl2pPr marL="176400" indent="-176400">
              <a:lnSpc>
                <a:spcPct val="140000"/>
              </a:lnSpc>
              <a:spcBef>
                <a:spcPts val="0"/>
              </a:spcBef>
              <a:spcAft>
                <a:spcPts val="0"/>
              </a:spcAft>
              <a:buClr>
                <a:schemeClr val="accent2"/>
              </a:buClr>
              <a:buSzPct val="85000"/>
              <a:buFont typeface="Wingdings" pitchFamily="2" charset="2"/>
              <a:buChar char="n"/>
              <a:defRPr sz="1400"/>
            </a:lvl2pPr>
            <a:lvl3pPr marL="354200" indent="-177800">
              <a:lnSpc>
                <a:spcPct val="140000"/>
              </a:lnSpc>
              <a:spcBef>
                <a:spcPts val="0"/>
              </a:spcBef>
              <a:spcAft>
                <a:spcPts val="0"/>
              </a:spcAft>
              <a:buClr>
                <a:schemeClr val="tx1"/>
              </a:buClr>
              <a:buFont typeface="Wingdings" pitchFamily="2" charset="2"/>
              <a:buChar char="n"/>
              <a:defRPr sz="1400"/>
            </a:lvl3pPr>
            <a:lvl4pPr marL="532000" indent="-177800">
              <a:lnSpc>
                <a:spcPct val="140000"/>
              </a:lnSpc>
              <a:spcBef>
                <a:spcPts val="0"/>
              </a:spcBef>
              <a:spcAft>
                <a:spcPts val="0"/>
              </a:spcAft>
              <a:buClr>
                <a:schemeClr val="tx1"/>
              </a:buClr>
              <a:buFont typeface="Wingdings" pitchFamily="2" charset="2"/>
              <a:buChar char="n"/>
              <a:defRPr sz="1400"/>
            </a:lvl4pPr>
            <a:lvl5pPr marL="684400" indent="-152400">
              <a:lnSpc>
                <a:spcPct val="140000"/>
              </a:lnSpc>
              <a:spcBef>
                <a:spcPts val="0"/>
              </a:spcBef>
              <a:spcAft>
                <a:spcPts val="0"/>
              </a:spcAft>
              <a:buClr>
                <a:schemeClr val="tx1"/>
              </a:buClr>
              <a:buFont typeface="Wingdings" pitchFamily="2" charset="2"/>
              <a:buChar char="n"/>
              <a:defRPr sz="1200"/>
            </a:lvl5pPr>
            <a:lvl6pPr marL="824100" indent="-139700">
              <a:lnSpc>
                <a:spcPct val="140000"/>
              </a:lnSpc>
              <a:spcBef>
                <a:spcPts val="0"/>
              </a:spcBef>
              <a:spcAft>
                <a:spcPts val="0"/>
              </a:spcAft>
              <a:buClr>
                <a:schemeClr val="tx1"/>
              </a:buClr>
              <a:buFont typeface="Wingdings" pitchFamily="2" charset="2"/>
              <a:buChar char="n"/>
              <a:tabLst/>
              <a:defRPr sz="11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43"/>
          <p:cNvSpPr>
            <a:spLocks noGrp="1"/>
          </p:cNvSpPr>
          <p:nvPr>
            <p:ph type="body" sz="quarter" idx="11"/>
          </p:nvPr>
        </p:nvSpPr>
        <p:spPr>
          <a:xfrm>
            <a:off x="508000" y="1528762"/>
            <a:ext cx="5468938" cy="4830763"/>
          </a:xfrm>
        </p:spPr>
        <p:txBody>
          <a:bodyPr/>
          <a:lstStyle>
            <a:lvl1pPr marL="0" indent="0">
              <a:lnSpc>
                <a:spcPct val="140000"/>
              </a:lnSpc>
              <a:spcAft>
                <a:spcPts val="0"/>
              </a:spcAft>
              <a:buClr>
                <a:schemeClr val="accent2"/>
              </a:buClr>
              <a:buSzPct val="85000"/>
              <a:buFont typeface="Wingdings" pitchFamily="2" charset="2"/>
              <a:buNone/>
              <a:defRPr sz="1400"/>
            </a:lvl1pPr>
            <a:lvl2pPr marL="176400" indent="-176400">
              <a:lnSpc>
                <a:spcPct val="140000"/>
              </a:lnSpc>
              <a:spcAft>
                <a:spcPts val="0"/>
              </a:spcAft>
              <a:buClr>
                <a:schemeClr val="accent2"/>
              </a:buClr>
              <a:buSzPct val="85000"/>
              <a:buFont typeface="Wingdings" pitchFamily="2" charset="2"/>
              <a:buChar char="n"/>
              <a:defRPr sz="1400"/>
            </a:lvl2pPr>
            <a:lvl3pPr marL="354200" indent="-177800">
              <a:lnSpc>
                <a:spcPct val="140000"/>
              </a:lnSpc>
              <a:spcAft>
                <a:spcPts val="0"/>
              </a:spcAft>
              <a:buClr>
                <a:schemeClr val="tx1"/>
              </a:buClr>
              <a:buFont typeface="Wingdings" pitchFamily="2" charset="2"/>
              <a:buChar char=""/>
              <a:defRPr sz="1400"/>
            </a:lvl3pPr>
            <a:lvl4pPr marL="532000" indent="-177800">
              <a:lnSpc>
                <a:spcPct val="140000"/>
              </a:lnSpc>
              <a:spcAft>
                <a:spcPts val="0"/>
              </a:spcAft>
              <a:buClr>
                <a:schemeClr val="tx1"/>
              </a:buClr>
              <a:buFont typeface="Wingdings" pitchFamily="2" charset="2"/>
              <a:buChar char="n"/>
              <a:defRPr sz="1400"/>
            </a:lvl4pPr>
            <a:lvl5pPr marL="684400" indent="-152400">
              <a:lnSpc>
                <a:spcPct val="140000"/>
              </a:lnSpc>
              <a:spcBef>
                <a:spcPts val="0"/>
              </a:spcBef>
              <a:spcAft>
                <a:spcPts val="0"/>
              </a:spcAft>
              <a:buClr>
                <a:schemeClr val="tx1"/>
              </a:buClr>
              <a:buFont typeface="Wingdings" pitchFamily="2" charset="2"/>
              <a:buChar char="n"/>
              <a:defRPr sz="1200"/>
            </a:lvl5pPr>
            <a:lvl6pPr marL="824100" indent="-139700">
              <a:lnSpc>
                <a:spcPct val="140000"/>
              </a:lnSpc>
              <a:spcBef>
                <a:spcPts val="0"/>
              </a:spcBef>
              <a:spcAft>
                <a:spcPts val="0"/>
              </a:spcAft>
              <a:buClr>
                <a:schemeClr val="tx1"/>
              </a:buClr>
              <a:buFont typeface="Wingdings" pitchFamily="2" charset="2"/>
              <a:buChar char="n"/>
              <a:defRPr sz="11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8" name="TextBox 7" descr="CONFIDENTIAL_TAG_0xFFEE">
            <a:extLst>
              <a:ext uri="{FF2B5EF4-FFF2-40B4-BE49-F238E27FC236}">
                <a16:creationId xmlns:a16="http://schemas.microsoft.com/office/drawing/2014/main" id="{7CE8104D-4531-4649-B2DD-D5AB4495F8A5}"/>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1278667276"/>
      </p:ext>
    </p:extLst>
  </p:cSld>
  <p:clrMapOvr>
    <a:masterClrMapping/>
  </p:clrMapOvr>
  <p:transition/>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Graphs">
    <p:spTree>
      <p:nvGrpSpPr>
        <p:cNvPr id="1" name=""/>
        <p:cNvGrpSpPr/>
        <p:nvPr/>
      </p:nvGrpSpPr>
      <p:grpSpPr>
        <a:xfrm>
          <a:off x="0" y="0"/>
          <a:ext cx="0" cy="0"/>
          <a:chOff x="0" y="0"/>
          <a:chExt cx="0" cy="0"/>
        </a:xfrm>
      </p:grpSpPr>
      <p:sp>
        <p:nvSpPr>
          <p:cNvPr id="67" name="Content Placeholder 51"/>
          <p:cNvSpPr>
            <a:spLocks noGrp="1"/>
          </p:cNvSpPr>
          <p:nvPr>
            <p:ph sz="quarter" idx="29" hasCustomPrompt="1"/>
          </p:nvPr>
        </p:nvSpPr>
        <p:spPr>
          <a:xfrm>
            <a:off x="509312" y="6201069"/>
            <a:ext cx="5543051" cy="158455"/>
          </a:xfrm>
        </p:spPr>
        <p:txBody>
          <a:bodyPr wrap="square">
            <a:noAutofit/>
          </a:bodyPr>
          <a:lstStyle>
            <a:lvl1pPr>
              <a:defRPr sz="900" cap="none" baseline="0">
                <a:solidFill>
                  <a:schemeClr val="tx1"/>
                </a:solidFill>
                <a:latin typeface="+mn-lt"/>
              </a:defRPr>
            </a:lvl1pPr>
          </a:lstStyle>
          <a:p>
            <a:pPr lvl="0"/>
            <a:r>
              <a:rPr lang="en-GB"/>
              <a:t>Click to edit source</a:t>
            </a:r>
          </a:p>
        </p:txBody>
      </p:sp>
      <p:sp>
        <p:nvSpPr>
          <p:cNvPr id="32" name="Rectangle 2"/>
          <p:cNvSpPr>
            <a:spLocks noGrp="1" noChangeArrowheads="1"/>
          </p:cNvSpPr>
          <p:nvPr>
            <p:ph type="title"/>
          </p:nvPr>
        </p:nvSpPr>
        <p:spPr bwMode="auto">
          <a:xfrm>
            <a:off x="508000" y="712800"/>
            <a:ext cx="11171237"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noProof="0" dirty="0" smtClean="0">
                <a:latin typeface="ShellBold" panose="00000800000000000000" pitchFamily="50" charset="0"/>
              </a:defRPr>
            </a:lvl1pPr>
          </a:lstStyle>
          <a:p>
            <a:pPr lvl="0"/>
            <a:r>
              <a:rPr lang="en-GB" noProof="0"/>
              <a:t>Click to edit Master title style</a:t>
            </a:r>
          </a:p>
        </p:txBody>
      </p:sp>
      <p:sp>
        <p:nvSpPr>
          <p:cNvPr id="39" name="Content Placeholder 51"/>
          <p:cNvSpPr>
            <a:spLocks noGrp="1"/>
          </p:cNvSpPr>
          <p:nvPr>
            <p:ph sz="quarter" idx="45" hasCustomPrompt="1"/>
          </p:nvPr>
        </p:nvSpPr>
        <p:spPr>
          <a:xfrm>
            <a:off x="508000" y="4199574"/>
            <a:ext cx="5468938" cy="234616"/>
          </a:xfrm>
        </p:spPr>
        <p:txBody>
          <a:bodyPr vert="horz" wrap="square" lIns="0" tIns="0" rIns="0" bIns="0" rtlCol="0">
            <a:spAutoFit/>
          </a:bodyPr>
          <a:lstStyle>
            <a:lvl1pPr>
              <a:defRPr lang="nl-NL" sz="1400" kern="1200" baseline="0" dirty="0">
                <a:solidFill>
                  <a:schemeClr val="tx1"/>
                </a:solidFill>
                <a:latin typeface="+mn-lt"/>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Click to edit Unit of measure</a:t>
            </a:r>
          </a:p>
        </p:txBody>
      </p:sp>
      <p:sp>
        <p:nvSpPr>
          <p:cNvPr id="40" name="Content Placeholder 51"/>
          <p:cNvSpPr>
            <a:spLocks noGrp="1"/>
          </p:cNvSpPr>
          <p:nvPr>
            <p:ph sz="quarter" idx="46" hasCustomPrompt="1"/>
          </p:nvPr>
        </p:nvSpPr>
        <p:spPr>
          <a:xfrm>
            <a:off x="508000" y="3864611"/>
            <a:ext cx="5468938" cy="268150"/>
          </a:xfrm>
        </p:spPr>
        <p:txBody>
          <a:bodyPr vert="horz" wrap="square" lIns="0" tIns="0" rIns="0" bIns="0" rtlCol="0">
            <a:spAutoFit/>
          </a:bodyPr>
          <a:lstStyle>
            <a:lvl1pPr>
              <a:defRPr lang="nl-NL" sz="1600" kern="1200" cap="none" baseline="0" dirty="0">
                <a:solidFill>
                  <a:schemeClr val="tx1"/>
                </a:solidFill>
                <a:latin typeface="ShellBold" panose="00000800000000000000" pitchFamily="50"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cxnSp>
        <p:nvCxnSpPr>
          <p:cNvPr id="41" name="Straight Connector 40"/>
          <p:cNvCxnSpPr/>
          <p:nvPr userDrawn="1"/>
        </p:nvCxnSpPr>
        <p:spPr>
          <a:xfrm>
            <a:off x="508000" y="4141370"/>
            <a:ext cx="5468938" cy="941"/>
          </a:xfrm>
          <a:prstGeom prst="line">
            <a:avLst/>
          </a:prstGeom>
          <a:ln w="50800">
            <a:solidFill>
              <a:schemeClr val="bg2"/>
            </a:solidFill>
          </a:ln>
        </p:spPr>
        <p:style>
          <a:lnRef idx="1">
            <a:schemeClr val="accent1"/>
          </a:lnRef>
          <a:fillRef idx="0">
            <a:schemeClr val="accent1"/>
          </a:fillRef>
          <a:effectRef idx="0">
            <a:schemeClr val="accent1"/>
          </a:effectRef>
          <a:fontRef idx="minor">
            <a:schemeClr val="tx1"/>
          </a:fontRef>
        </p:style>
      </p:cxnSp>
      <p:sp>
        <p:nvSpPr>
          <p:cNvPr id="42" name="Chart Placeholder 16"/>
          <p:cNvSpPr>
            <a:spLocks noGrp="1"/>
          </p:cNvSpPr>
          <p:nvPr>
            <p:ph type="chart" sz="quarter" idx="47"/>
          </p:nvPr>
        </p:nvSpPr>
        <p:spPr>
          <a:xfrm>
            <a:off x="508000" y="4456229"/>
            <a:ext cx="5468938" cy="1623641"/>
          </a:xfrm>
        </p:spPr>
        <p:txBody>
          <a:bodyPr>
            <a:normAutofit/>
          </a:bodyPr>
          <a:lstStyle>
            <a:lvl1pPr>
              <a:defRPr sz="1400">
                <a:solidFill>
                  <a:schemeClr val="tx1"/>
                </a:solidFill>
                <a:latin typeface="+mn-lt"/>
              </a:defRPr>
            </a:lvl1pPr>
          </a:lstStyle>
          <a:p>
            <a:r>
              <a:rPr lang="en-GB"/>
              <a:t>Click icon to add chart</a:t>
            </a:r>
          </a:p>
        </p:txBody>
      </p:sp>
      <p:cxnSp>
        <p:nvCxnSpPr>
          <p:cNvPr id="43" name="Straight Connector 42"/>
          <p:cNvCxnSpPr/>
          <p:nvPr userDrawn="1"/>
        </p:nvCxnSpPr>
        <p:spPr>
          <a:xfrm flipV="1">
            <a:off x="508000" y="5966640"/>
            <a:ext cx="5468938" cy="188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99" name="Content Placeholder 51"/>
          <p:cNvSpPr>
            <a:spLocks noGrp="1"/>
          </p:cNvSpPr>
          <p:nvPr>
            <p:ph sz="quarter" idx="54" hasCustomPrompt="1"/>
          </p:nvPr>
        </p:nvSpPr>
        <p:spPr>
          <a:xfrm>
            <a:off x="508000" y="1863726"/>
            <a:ext cx="5468938" cy="234616"/>
          </a:xfrm>
        </p:spPr>
        <p:txBody>
          <a:bodyPr vert="horz" wrap="square" lIns="0" tIns="0" rIns="0" bIns="0" rtlCol="0">
            <a:spAutoFit/>
          </a:bodyPr>
          <a:lstStyle>
            <a:lvl1pPr>
              <a:defRPr lang="nl-NL" sz="1400" kern="1200" baseline="0" dirty="0">
                <a:solidFill>
                  <a:schemeClr val="tx1"/>
                </a:solidFill>
                <a:latin typeface="+mn-lt"/>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Click to edit Unit of measure</a:t>
            </a:r>
          </a:p>
        </p:txBody>
      </p:sp>
      <p:sp>
        <p:nvSpPr>
          <p:cNvPr id="100" name="Content Placeholder 51"/>
          <p:cNvSpPr>
            <a:spLocks noGrp="1"/>
          </p:cNvSpPr>
          <p:nvPr>
            <p:ph sz="quarter" idx="55" hasCustomPrompt="1"/>
          </p:nvPr>
        </p:nvSpPr>
        <p:spPr>
          <a:xfrm>
            <a:off x="508000" y="1528763"/>
            <a:ext cx="5468938" cy="268150"/>
          </a:xfrm>
        </p:spPr>
        <p:txBody>
          <a:bodyPr vert="horz" wrap="square" lIns="0" tIns="0" rIns="0" bIns="0" rtlCol="0">
            <a:spAutoFit/>
          </a:bodyPr>
          <a:lstStyle>
            <a:lvl1pPr>
              <a:defRPr lang="nl-NL" sz="1600" kern="1200" cap="none" baseline="0" dirty="0">
                <a:solidFill>
                  <a:schemeClr val="tx1"/>
                </a:solidFill>
                <a:latin typeface="ShellBold" panose="00000800000000000000" pitchFamily="50"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cxnSp>
        <p:nvCxnSpPr>
          <p:cNvPr id="101" name="Straight Connector 100"/>
          <p:cNvCxnSpPr/>
          <p:nvPr userDrawn="1"/>
        </p:nvCxnSpPr>
        <p:spPr>
          <a:xfrm>
            <a:off x="508000" y="1805522"/>
            <a:ext cx="5468938" cy="941"/>
          </a:xfrm>
          <a:prstGeom prst="line">
            <a:avLst/>
          </a:prstGeom>
          <a:ln w="50800">
            <a:solidFill>
              <a:schemeClr val="bg2"/>
            </a:solidFill>
          </a:ln>
        </p:spPr>
        <p:style>
          <a:lnRef idx="1">
            <a:schemeClr val="accent1"/>
          </a:lnRef>
          <a:fillRef idx="0">
            <a:schemeClr val="accent1"/>
          </a:fillRef>
          <a:effectRef idx="0">
            <a:schemeClr val="accent1"/>
          </a:effectRef>
          <a:fontRef idx="minor">
            <a:schemeClr val="tx1"/>
          </a:fontRef>
        </p:style>
      </p:cxnSp>
      <p:sp>
        <p:nvSpPr>
          <p:cNvPr id="102" name="Chart Placeholder 16"/>
          <p:cNvSpPr>
            <a:spLocks noGrp="1"/>
          </p:cNvSpPr>
          <p:nvPr>
            <p:ph type="chart" sz="quarter" idx="56"/>
          </p:nvPr>
        </p:nvSpPr>
        <p:spPr>
          <a:xfrm>
            <a:off x="508000" y="2120382"/>
            <a:ext cx="5468938" cy="1623641"/>
          </a:xfrm>
        </p:spPr>
        <p:txBody>
          <a:bodyPr>
            <a:normAutofit/>
          </a:bodyPr>
          <a:lstStyle>
            <a:lvl1pPr>
              <a:defRPr sz="1400">
                <a:solidFill>
                  <a:schemeClr val="tx1"/>
                </a:solidFill>
                <a:latin typeface="+mn-lt"/>
              </a:defRPr>
            </a:lvl1pPr>
          </a:lstStyle>
          <a:p>
            <a:r>
              <a:rPr lang="en-GB"/>
              <a:t>Click icon to add chart</a:t>
            </a:r>
          </a:p>
        </p:txBody>
      </p:sp>
      <p:cxnSp>
        <p:nvCxnSpPr>
          <p:cNvPr id="103" name="Straight Connector 102"/>
          <p:cNvCxnSpPr/>
          <p:nvPr userDrawn="1"/>
        </p:nvCxnSpPr>
        <p:spPr>
          <a:xfrm flipV="1">
            <a:off x="508000" y="3732357"/>
            <a:ext cx="5468938" cy="1880"/>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04" name="Content Placeholder 51"/>
          <p:cNvSpPr>
            <a:spLocks noGrp="1"/>
          </p:cNvSpPr>
          <p:nvPr>
            <p:ph sz="quarter" idx="57" hasCustomPrompt="1"/>
          </p:nvPr>
        </p:nvSpPr>
        <p:spPr>
          <a:xfrm>
            <a:off x="6215063" y="4199574"/>
            <a:ext cx="5464175" cy="234616"/>
          </a:xfrm>
        </p:spPr>
        <p:txBody>
          <a:bodyPr vert="horz" wrap="square" lIns="0" tIns="0" rIns="0" bIns="0" rtlCol="0">
            <a:spAutoFit/>
          </a:bodyPr>
          <a:lstStyle>
            <a:lvl1pPr>
              <a:defRPr lang="nl-NL" sz="1400" kern="1200" baseline="0" dirty="0">
                <a:solidFill>
                  <a:schemeClr val="tx1"/>
                </a:solidFill>
                <a:latin typeface="+mn-lt"/>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Click to edit Unit of measure</a:t>
            </a:r>
          </a:p>
        </p:txBody>
      </p:sp>
      <p:sp>
        <p:nvSpPr>
          <p:cNvPr id="105" name="Content Placeholder 51"/>
          <p:cNvSpPr>
            <a:spLocks noGrp="1"/>
          </p:cNvSpPr>
          <p:nvPr>
            <p:ph sz="quarter" idx="58" hasCustomPrompt="1"/>
          </p:nvPr>
        </p:nvSpPr>
        <p:spPr>
          <a:xfrm>
            <a:off x="6215063" y="3864611"/>
            <a:ext cx="5464175" cy="268150"/>
          </a:xfrm>
        </p:spPr>
        <p:txBody>
          <a:bodyPr vert="horz" wrap="square" lIns="0" tIns="0" rIns="0" bIns="0" rtlCol="0">
            <a:spAutoFit/>
          </a:bodyPr>
          <a:lstStyle>
            <a:lvl1pPr>
              <a:defRPr lang="nl-NL" sz="1600" kern="1200" cap="none" baseline="0" dirty="0">
                <a:solidFill>
                  <a:schemeClr val="tx1"/>
                </a:solidFill>
                <a:latin typeface="ShellBold" panose="00000800000000000000" pitchFamily="50"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cxnSp>
        <p:nvCxnSpPr>
          <p:cNvPr id="106" name="Straight Connector 105"/>
          <p:cNvCxnSpPr/>
          <p:nvPr userDrawn="1"/>
        </p:nvCxnSpPr>
        <p:spPr>
          <a:xfrm>
            <a:off x="6215063" y="4141387"/>
            <a:ext cx="5464175" cy="914"/>
          </a:xfrm>
          <a:prstGeom prst="line">
            <a:avLst/>
          </a:prstGeom>
          <a:ln w="50800">
            <a:solidFill>
              <a:schemeClr val="bg2"/>
            </a:solidFill>
          </a:ln>
        </p:spPr>
        <p:style>
          <a:lnRef idx="1">
            <a:schemeClr val="accent1"/>
          </a:lnRef>
          <a:fillRef idx="0">
            <a:schemeClr val="accent1"/>
          </a:fillRef>
          <a:effectRef idx="0">
            <a:schemeClr val="accent1"/>
          </a:effectRef>
          <a:fontRef idx="minor">
            <a:schemeClr val="tx1"/>
          </a:fontRef>
        </p:style>
      </p:cxnSp>
      <p:sp>
        <p:nvSpPr>
          <p:cNvPr id="107" name="Chart Placeholder 16"/>
          <p:cNvSpPr>
            <a:spLocks noGrp="1"/>
          </p:cNvSpPr>
          <p:nvPr>
            <p:ph type="chart" sz="quarter" idx="59"/>
          </p:nvPr>
        </p:nvSpPr>
        <p:spPr>
          <a:xfrm>
            <a:off x="6215063" y="4456229"/>
            <a:ext cx="5464175" cy="1623641"/>
          </a:xfrm>
        </p:spPr>
        <p:txBody>
          <a:bodyPr>
            <a:normAutofit/>
          </a:bodyPr>
          <a:lstStyle>
            <a:lvl1pPr>
              <a:defRPr sz="1400">
                <a:solidFill>
                  <a:schemeClr val="tx1"/>
                </a:solidFill>
                <a:latin typeface="+mn-lt"/>
              </a:defRPr>
            </a:lvl1pPr>
          </a:lstStyle>
          <a:p>
            <a:r>
              <a:rPr lang="en-GB"/>
              <a:t>Click icon to add chart</a:t>
            </a:r>
          </a:p>
        </p:txBody>
      </p:sp>
      <p:cxnSp>
        <p:nvCxnSpPr>
          <p:cNvPr id="108" name="Straight Connector 107"/>
          <p:cNvCxnSpPr/>
          <p:nvPr userDrawn="1"/>
        </p:nvCxnSpPr>
        <p:spPr>
          <a:xfrm flipV="1">
            <a:off x="6215063" y="5966657"/>
            <a:ext cx="5464175" cy="1829"/>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09" name="Content Placeholder 51"/>
          <p:cNvSpPr>
            <a:spLocks noGrp="1"/>
          </p:cNvSpPr>
          <p:nvPr>
            <p:ph sz="quarter" idx="60" hasCustomPrompt="1"/>
          </p:nvPr>
        </p:nvSpPr>
        <p:spPr>
          <a:xfrm>
            <a:off x="6215063" y="1863726"/>
            <a:ext cx="5464175" cy="234616"/>
          </a:xfrm>
        </p:spPr>
        <p:txBody>
          <a:bodyPr vert="horz" wrap="square" lIns="0" tIns="0" rIns="0" bIns="0" rtlCol="0">
            <a:spAutoFit/>
          </a:bodyPr>
          <a:lstStyle>
            <a:lvl1pPr>
              <a:defRPr lang="nl-NL" sz="1400" kern="1200" baseline="0" dirty="0">
                <a:solidFill>
                  <a:schemeClr val="tx1"/>
                </a:solidFill>
                <a:latin typeface="+mn-lt"/>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Click to edit Unit of measure</a:t>
            </a:r>
          </a:p>
        </p:txBody>
      </p:sp>
      <p:sp>
        <p:nvSpPr>
          <p:cNvPr id="110" name="Content Placeholder 51"/>
          <p:cNvSpPr>
            <a:spLocks noGrp="1"/>
          </p:cNvSpPr>
          <p:nvPr>
            <p:ph sz="quarter" idx="61" hasCustomPrompt="1"/>
          </p:nvPr>
        </p:nvSpPr>
        <p:spPr>
          <a:xfrm>
            <a:off x="6215063" y="1528763"/>
            <a:ext cx="5464175" cy="268150"/>
          </a:xfrm>
        </p:spPr>
        <p:txBody>
          <a:bodyPr vert="horz" wrap="square" lIns="0" tIns="0" rIns="0" bIns="0" rtlCol="0">
            <a:spAutoFit/>
          </a:bodyPr>
          <a:lstStyle>
            <a:lvl1pPr>
              <a:defRPr lang="nl-NL" sz="1600" kern="1200" cap="none" baseline="0" dirty="0">
                <a:solidFill>
                  <a:schemeClr val="tx1"/>
                </a:solidFill>
                <a:latin typeface="ShellBold" panose="00000800000000000000" pitchFamily="50"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a:t>Chart title appears here</a:t>
            </a:r>
          </a:p>
        </p:txBody>
      </p:sp>
      <p:cxnSp>
        <p:nvCxnSpPr>
          <p:cNvPr id="111" name="Straight Connector 110"/>
          <p:cNvCxnSpPr/>
          <p:nvPr userDrawn="1"/>
        </p:nvCxnSpPr>
        <p:spPr>
          <a:xfrm>
            <a:off x="6215063" y="1805539"/>
            <a:ext cx="5464175" cy="914"/>
          </a:xfrm>
          <a:prstGeom prst="line">
            <a:avLst/>
          </a:prstGeom>
          <a:ln w="50800">
            <a:solidFill>
              <a:schemeClr val="bg2"/>
            </a:solidFill>
          </a:ln>
        </p:spPr>
        <p:style>
          <a:lnRef idx="1">
            <a:schemeClr val="accent1"/>
          </a:lnRef>
          <a:fillRef idx="0">
            <a:schemeClr val="accent1"/>
          </a:fillRef>
          <a:effectRef idx="0">
            <a:schemeClr val="accent1"/>
          </a:effectRef>
          <a:fontRef idx="minor">
            <a:schemeClr val="tx1"/>
          </a:fontRef>
        </p:style>
      </p:cxnSp>
      <p:sp>
        <p:nvSpPr>
          <p:cNvPr id="112" name="Chart Placeholder 16"/>
          <p:cNvSpPr>
            <a:spLocks noGrp="1"/>
          </p:cNvSpPr>
          <p:nvPr>
            <p:ph type="chart" sz="quarter" idx="62"/>
          </p:nvPr>
        </p:nvSpPr>
        <p:spPr>
          <a:xfrm>
            <a:off x="6215063" y="2120382"/>
            <a:ext cx="5464175" cy="1623641"/>
          </a:xfrm>
        </p:spPr>
        <p:txBody>
          <a:bodyPr>
            <a:normAutofit/>
          </a:bodyPr>
          <a:lstStyle>
            <a:lvl1pPr>
              <a:defRPr sz="1400">
                <a:solidFill>
                  <a:schemeClr val="tx1"/>
                </a:solidFill>
                <a:latin typeface="+mn-lt"/>
              </a:defRPr>
            </a:lvl1pPr>
          </a:lstStyle>
          <a:p>
            <a:r>
              <a:rPr lang="en-GB"/>
              <a:t>Click icon to add chart</a:t>
            </a:r>
          </a:p>
        </p:txBody>
      </p:sp>
      <p:cxnSp>
        <p:nvCxnSpPr>
          <p:cNvPr id="113" name="Straight Connector 112"/>
          <p:cNvCxnSpPr/>
          <p:nvPr userDrawn="1"/>
        </p:nvCxnSpPr>
        <p:spPr>
          <a:xfrm>
            <a:off x="6089108" y="3730543"/>
            <a:ext cx="5265195" cy="2448"/>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3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7" name="TextBox 26" descr="CONFIDENTIAL_TAG_0xFFEE">
            <a:extLst>
              <a:ext uri="{FF2B5EF4-FFF2-40B4-BE49-F238E27FC236}">
                <a16:creationId xmlns:a16="http://schemas.microsoft.com/office/drawing/2014/main" id="{BCE8878B-CB20-4713-A520-62ADAF5D8D0E}"/>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1580947747"/>
      </p:ext>
    </p:extLst>
  </p:cSld>
  <p:clrMapOvr>
    <a:masterClrMapping/>
  </p:clrMapOvr>
  <p:transition/>
  <p:hf hdr="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6" name="Rectangle 25"/>
          <p:cNvSpPr/>
          <p:nvPr userDrawn="1"/>
        </p:nvSpPr>
        <p:spPr bwMode="gray">
          <a:xfrm>
            <a:off x="1" y="4313784"/>
            <a:ext cx="12192000" cy="2544215"/>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bg1"/>
              </a:solidFill>
            </a:endParaRPr>
          </a:p>
        </p:txBody>
      </p:sp>
      <p:sp>
        <p:nvSpPr>
          <p:cNvPr id="27" name="Rectangle 26" descr="&lt;Shell Yellow Bar&gt;" title="&lt;Shell Yellow Bar&gt;"/>
          <p:cNvSpPr/>
          <p:nvPr userDrawn="1"/>
        </p:nvSpPr>
        <p:spPr bwMode="gray">
          <a:xfrm>
            <a:off x="761993" y="1524000"/>
            <a:ext cx="1269984" cy="756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8" name="Title 1"/>
          <p:cNvSpPr>
            <a:spLocks noGrp="1"/>
          </p:cNvSpPr>
          <p:nvPr>
            <p:ph type="title"/>
          </p:nvPr>
        </p:nvSpPr>
        <p:spPr>
          <a:xfrm>
            <a:off x="763200" y="2636980"/>
            <a:ext cx="6397451" cy="1362075"/>
          </a:xfrm>
          <a:prstGeom prst="rect">
            <a:avLst/>
          </a:prstGeom>
        </p:spPr>
        <p:txBody>
          <a:bodyPr lIns="0" tIns="0" rIns="0" bIns="0"/>
          <a:lstStyle>
            <a:lvl1pPr algn="l">
              <a:defRPr sz="1400" b="0" cap="none" baseline="0">
                <a:solidFill>
                  <a:schemeClr val="tx1"/>
                </a:solidFill>
                <a:latin typeface="ShellBold" panose="00000800000000000000" pitchFamily="50" charset="0"/>
              </a:defRPr>
            </a:lvl1pPr>
          </a:lstStyle>
          <a:p>
            <a:r>
              <a:rPr lang="en-GB"/>
              <a:t>Click to edit Master title style</a:t>
            </a:r>
          </a:p>
        </p:txBody>
      </p:sp>
      <p:sp>
        <p:nvSpPr>
          <p:cNvPr id="25" name="Text Placeholder 2"/>
          <p:cNvSpPr>
            <a:spLocks noGrp="1"/>
          </p:cNvSpPr>
          <p:nvPr>
            <p:ph type="body" idx="1"/>
          </p:nvPr>
        </p:nvSpPr>
        <p:spPr>
          <a:xfrm>
            <a:off x="763200" y="1696947"/>
            <a:ext cx="6397451" cy="821230"/>
          </a:xfrm>
          <a:prstGeom prst="rect">
            <a:avLst/>
          </a:prstGeom>
        </p:spPr>
        <p:txBody>
          <a:bodyPr lIns="0" tIns="0" rIns="0" bIns="0" anchor="t" anchorCtr="0"/>
          <a:lstStyle>
            <a:lvl1pPr marL="0" indent="0">
              <a:lnSpc>
                <a:spcPct val="100000"/>
              </a:lnSpc>
              <a:spcAft>
                <a:spcPts val="0"/>
              </a:spcAft>
              <a:buNone/>
              <a:defRPr sz="2800" b="0" cap="none" baseline="0">
                <a:solidFill>
                  <a:schemeClr val="tx1"/>
                </a:solidFill>
                <a:latin typeface="ShellBold" panose="00000800000000000000" pitchFamily="50"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a:t>Click to edit Master text styles</a:t>
            </a:r>
          </a:p>
        </p:txBody>
      </p:sp>
      <p:sp>
        <p:nvSpPr>
          <p:cNvPr id="34" name="Text Placeholder 13"/>
          <p:cNvSpPr>
            <a:spLocks noGrp="1"/>
          </p:cNvSpPr>
          <p:nvPr>
            <p:ph type="body" sz="quarter" idx="13" hasCustomPrompt="1"/>
          </p:nvPr>
        </p:nvSpPr>
        <p:spPr bwMode="gray">
          <a:xfrm>
            <a:off x="7402833" y="1924112"/>
            <a:ext cx="4274842" cy="2930523"/>
          </a:xfrm>
          <a:prstGeom prst="rect">
            <a:avLst/>
          </a:prstGeom>
        </p:spPr>
        <p:txBody>
          <a:bodyPr lIns="0" tIns="0" rIns="0" bIns="0"/>
          <a:lstStyle>
            <a:lvl1pPr marL="0" algn="r" defTabSz="1219170" rtl="0" eaLnBrk="1" latinLnBrk="0" hangingPunct="1">
              <a:lnSpc>
                <a:spcPct val="100000"/>
              </a:lnSpc>
              <a:buClr>
                <a:srgbClr val="DD1D21"/>
              </a:buClr>
              <a:buSzPct val="85000"/>
              <a:buNone/>
              <a:tabLst>
                <a:tab pos="1081088" algn="l"/>
              </a:tabLst>
              <a:defRPr lang="en-GB" sz="20000" kern="10000" spc="-1000" baseline="0" dirty="0">
                <a:ln w="3175">
                  <a:noFill/>
                </a:ln>
                <a:solidFill>
                  <a:schemeClr val="accent1"/>
                </a:solidFill>
                <a:latin typeface="ShellBold" panose="00000800000000000000" pitchFamily="50" charset="0"/>
                <a:ea typeface="ShellMedium" panose="00000600000000000000" pitchFamily="50" charset="0"/>
                <a:cs typeface="ShellBold" panose="00000800000000000000" pitchFamily="50" charset="0"/>
              </a:defRPr>
            </a:lvl1pPr>
          </a:lstStyle>
          <a:p>
            <a:pPr lvl="0"/>
            <a:r>
              <a:rPr lang="en-GB"/>
              <a:t>0.0</a:t>
            </a:r>
          </a:p>
        </p:txBody>
      </p:sp>
      <p:sp>
        <p:nvSpPr>
          <p:cNvPr id="14"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15" name="Text Box 11" descr="&lt;COMPANY_NAME&gt;"/>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1" name="TextBox 10" descr="CONFIDENTIAL_TAG_0xFFEE">
            <a:extLst>
              <a:ext uri="{FF2B5EF4-FFF2-40B4-BE49-F238E27FC236}">
                <a16:creationId xmlns:a16="http://schemas.microsoft.com/office/drawing/2014/main" id="{339CB9E7-AAFD-49D1-8317-BF19361D9189}"/>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2956113301"/>
      </p:ext>
    </p:extLst>
  </p:cSld>
  <p:clrMapOvr>
    <a:masterClrMapping/>
  </p:clrMapOvr>
  <p:transition/>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grpSp>
        <p:nvGrpSpPr>
          <p:cNvPr id="2" name="Group 1"/>
          <p:cNvGrpSpPr/>
          <p:nvPr userDrawn="1"/>
        </p:nvGrpSpPr>
        <p:grpSpPr bwMode="gray">
          <a:xfrm>
            <a:off x="761993" y="3556002"/>
            <a:ext cx="6858000" cy="2540001"/>
            <a:chOff x="761993" y="3556002"/>
            <a:chExt cx="6858000" cy="2540001"/>
          </a:xfrm>
        </p:grpSpPr>
        <p:sp>
          <p:nvSpPr>
            <p:cNvPr id="16" name="Rectangle 15"/>
            <p:cNvSpPr/>
            <p:nvPr userDrawn="1"/>
          </p:nvSpPr>
          <p:spPr bwMode="gray">
            <a:xfrm>
              <a:off x="761993" y="3556002"/>
              <a:ext cx="6858000" cy="2540001"/>
            </a:xfrm>
            <a:prstGeom prst="rect">
              <a:avLst/>
            </a:prstGeom>
            <a:solidFill>
              <a:srgbClr val="FFFFFF"/>
            </a:solidFill>
            <a:ln w="3175">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28" name="Rectangle 27" descr="&lt;Shell Yellow Bar&gt;" title="&lt;Shell Yellow Bar&gt;"/>
            <p:cNvSpPr/>
            <p:nvPr userDrawn="1"/>
          </p:nvSpPr>
          <p:spPr bwMode="gray">
            <a:xfrm>
              <a:off x="1145875" y="3818708"/>
              <a:ext cx="1269984" cy="762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grpSp>
      <p:sp>
        <p:nvSpPr>
          <p:cNvPr id="32" name="Rectangle 31"/>
          <p:cNvSpPr/>
          <p:nvPr userDrawn="1"/>
        </p:nvSpPr>
        <p:spPr bwMode="white">
          <a:xfrm>
            <a:off x="501606" y="488935"/>
            <a:ext cx="1311092" cy="11880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3" name="Picture Placeholder 2"/>
          <p:cNvSpPr>
            <a:spLocks noGrp="1"/>
          </p:cNvSpPr>
          <p:nvPr>
            <p:ph type="pic" sz="quarter" idx="12"/>
          </p:nvPr>
        </p:nvSpPr>
        <p:spPr bwMode="auto">
          <a:xfrm>
            <a:off x="0" y="1"/>
            <a:ext cx="12194723" cy="4866892"/>
          </a:xfrm>
          <a:custGeom>
            <a:avLst/>
            <a:gdLst>
              <a:gd name="connsiteX0" fmla="*/ 0 w 12192000"/>
              <a:gd name="connsiteY0" fmla="*/ 0 h 4854636"/>
              <a:gd name="connsiteX1" fmla="*/ 12192000 w 12192000"/>
              <a:gd name="connsiteY1" fmla="*/ 0 h 4854636"/>
              <a:gd name="connsiteX2" fmla="*/ 12192000 w 12192000"/>
              <a:gd name="connsiteY2" fmla="*/ 4854636 h 4854636"/>
              <a:gd name="connsiteX3" fmla="*/ 0 w 12192000"/>
              <a:gd name="connsiteY3" fmla="*/ 4854636 h 4854636"/>
              <a:gd name="connsiteX4" fmla="*/ 0 w 12192000"/>
              <a:gd name="connsiteY4" fmla="*/ 0 h 4854636"/>
              <a:gd name="connsiteX0" fmla="*/ 0 w 12192000"/>
              <a:gd name="connsiteY0" fmla="*/ 0 h 4854636"/>
              <a:gd name="connsiteX1" fmla="*/ 12192000 w 12192000"/>
              <a:gd name="connsiteY1" fmla="*/ 0 h 4854636"/>
              <a:gd name="connsiteX2" fmla="*/ 12192000 w 12192000"/>
              <a:gd name="connsiteY2" fmla="*/ 4854636 h 4854636"/>
              <a:gd name="connsiteX3" fmla="*/ 592282 w 12192000"/>
              <a:gd name="connsiteY3" fmla="*/ 4842164 h 4854636"/>
              <a:gd name="connsiteX4" fmla="*/ 0 w 12192000"/>
              <a:gd name="connsiteY4" fmla="*/ 4854636 h 4854636"/>
              <a:gd name="connsiteX5" fmla="*/ 0 w 12192000"/>
              <a:gd name="connsiteY5" fmla="*/ 0 h 4854636"/>
              <a:gd name="connsiteX0" fmla="*/ 0 w 12192000"/>
              <a:gd name="connsiteY0" fmla="*/ 0 h 4888026"/>
              <a:gd name="connsiteX1" fmla="*/ 12192000 w 12192000"/>
              <a:gd name="connsiteY1" fmla="*/ 0 h 4888026"/>
              <a:gd name="connsiteX2" fmla="*/ 12192000 w 12192000"/>
              <a:gd name="connsiteY2" fmla="*/ 4854636 h 4888026"/>
              <a:gd name="connsiteX3" fmla="*/ 592282 w 12192000"/>
              <a:gd name="connsiteY3" fmla="*/ 4842164 h 4888026"/>
              <a:gd name="connsiteX4" fmla="*/ 0 w 12192000"/>
              <a:gd name="connsiteY4" fmla="*/ 4854636 h 4888026"/>
              <a:gd name="connsiteX5" fmla="*/ 0 w 12192000"/>
              <a:gd name="connsiteY5" fmla="*/ 0 h 4888026"/>
              <a:gd name="connsiteX0" fmla="*/ 0 w 12192000"/>
              <a:gd name="connsiteY0" fmla="*/ 0 h 4888026"/>
              <a:gd name="connsiteX1" fmla="*/ 12192000 w 12192000"/>
              <a:gd name="connsiteY1" fmla="*/ 0 h 4888026"/>
              <a:gd name="connsiteX2" fmla="*/ 12192000 w 12192000"/>
              <a:gd name="connsiteY2" fmla="*/ 4854636 h 4888026"/>
              <a:gd name="connsiteX3" fmla="*/ 841664 w 12192000"/>
              <a:gd name="connsiteY3" fmla="*/ 2909455 h 4888026"/>
              <a:gd name="connsiteX4" fmla="*/ 592282 w 12192000"/>
              <a:gd name="connsiteY4" fmla="*/ 4842164 h 4888026"/>
              <a:gd name="connsiteX5" fmla="*/ 0 w 12192000"/>
              <a:gd name="connsiteY5" fmla="*/ 4854636 h 4888026"/>
              <a:gd name="connsiteX6" fmla="*/ 0 w 12192000"/>
              <a:gd name="connsiteY6" fmla="*/ 0 h 4888026"/>
              <a:gd name="connsiteX0" fmla="*/ 0 w 12192000"/>
              <a:gd name="connsiteY0" fmla="*/ 0 h 4982265"/>
              <a:gd name="connsiteX1" fmla="*/ 12192000 w 12192000"/>
              <a:gd name="connsiteY1" fmla="*/ 0 h 4982265"/>
              <a:gd name="connsiteX2" fmla="*/ 12192000 w 12192000"/>
              <a:gd name="connsiteY2" fmla="*/ 4854636 h 4982265"/>
              <a:gd name="connsiteX3" fmla="*/ 7606145 w 12192000"/>
              <a:gd name="connsiteY3" fmla="*/ 3543300 h 4982265"/>
              <a:gd name="connsiteX4" fmla="*/ 841664 w 12192000"/>
              <a:gd name="connsiteY4" fmla="*/ 2909455 h 4982265"/>
              <a:gd name="connsiteX5" fmla="*/ 592282 w 12192000"/>
              <a:gd name="connsiteY5" fmla="*/ 4842164 h 4982265"/>
              <a:gd name="connsiteX6" fmla="*/ 0 w 12192000"/>
              <a:gd name="connsiteY6" fmla="*/ 4854636 h 4982265"/>
              <a:gd name="connsiteX7" fmla="*/ 0 w 12192000"/>
              <a:gd name="connsiteY7" fmla="*/ 0 h 4982265"/>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592282 w 12192000"/>
              <a:gd name="connsiteY6" fmla="*/ 4842164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42164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42164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42164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61702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46071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841664 w 12192000"/>
              <a:gd name="connsiteY5" fmla="*/ 2909455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748146 w 12192000"/>
              <a:gd name="connsiteY5" fmla="*/ 3564082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754970 w 12192000"/>
              <a:gd name="connsiteY5" fmla="*/ 3547023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754970 w 12192000"/>
              <a:gd name="connsiteY5" fmla="*/ 3547023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754970 w 12192000"/>
              <a:gd name="connsiteY5" fmla="*/ 3547023 h 5111319"/>
              <a:gd name="connsiteX6" fmla="*/ 760313 w 12192000"/>
              <a:gd name="connsiteY6" fmla="*/ 4857795 h 5111319"/>
              <a:gd name="connsiteX7" fmla="*/ 0 w 12192000"/>
              <a:gd name="connsiteY7" fmla="*/ 4854636 h 5111319"/>
              <a:gd name="connsiteX8" fmla="*/ 0 w 12192000"/>
              <a:gd name="connsiteY8" fmla="*/ 0 h 5111319"/>
              <a:gd name="connsiteX0" fmla="*/ 0 w 12192000"/>
              <a:gd name="connsiteY0" fmla="*/ 0 h 5111319"/>
              <a:gd name="connsiteX1" fmla="*/ 12192000 w 12192000"/>
              <a:gd name="connsiteY1" fmla="*/ 0 h 5111319"/>
              <a:gd name="connsiteX2" fmla="*/ 12192000 w 12192000"/>
              <a:gd name="connsiteY2" fmla="*/ 4854636 h 5111319"/>
              <a:gd name="connsiteX3" fmla="*/ 7668491 w 12192000"/>
              <a:gd name="connsiteY3" fmla="*/ 4582391 h 5111319"/>
              <a:gd name="connsiteX4" fmla="*/ 7606145 w 12192000"/>
              <a:gd name="connsiteY4" fmla="*/ 3543300 h 5111319"/>
              <a:gd name="connsiteX5" fmla="*/ 754970 w 12192000"/>
              <a:gd name="connsiteY5" fmla="*/ 3547023 h 5111319"/>
              <a:gd name="connsiteX6" fmla="*/ 760313 w 12192000"/>
              <a:gd name="connsiteY6" fmla="*/ 4857795 h 5111319"/>
              <a:gd name="connsiteX7" fmla="*/ 0 w 12192000"/>
              <a:gd name="connsiteY7" fmla="*/ 4854636 h 5111319"/>
              <a:gd name="connsiteX8" fmla="*/ 0 w 12192000"/>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2695 w 12194382"/>
              <a:gd name="connsiteY6" fmla="*/ 4857795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9839 w 12194382"/>
              <a:gd name="connsiteY6" fmla="*/ 4838792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9839 w 12194382"/>
              <a:gd name="connsiteY6" fmla="*/ 4838792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9839 w 12194382"/>
              <a:gd name="connsiteY6" fmla="*/ 4838792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872233 w 12194382"/>
              <a:gd name="connsiteY6" fmla="*/ 4872048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2695 w 12194382"/>
              <a:gd name="connsiteY6" fmla="*/ 4845920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57352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08527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20433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20433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11319"/>
              <a:gd name="connsiteX1" fmla="*/ 12194382 w 12194382"/>
              <a:gd name="connsiteY1" fmla="*/ 0 h 5111319"/>
              <a:gd name="connsiteX2" fmla="*/ 12194382 w 12194382"/>
              <a:gd name="connsiteY2" fmla="*/ 4854636 h 5111319"/>
              <a:gd name="connsiteX3" fmla="*/ 7670873 w 12194382"/>
              <a:gd name="connsiteY3" fmla="*/ 4582391 h 5111319"/>
              <a:gd name="connsiteX4" fmla="*/ 7620433 w 12194382"/>
              <a:gd name="connsiteY4" fmla="*/ 3543300 h 5111319"/>
              <a:gd name="connsiteX5" fmla="*/ 762115 w 12194382"/>
              <a:gd name="connsiteY5" fmla="*/ 3547023 h 5111319"/>
              <a:gd name="connsiteX6" fmla="*/ 762695 w 12194382"/>
              <a:gd name="connsiteY6" fmla="*/ 4850671 h 5111319"/>
              <a:gd name="connsiteX7" fmla="*/ 0 w 12194382"/>
              <a:gd name="connsiteY7" fmla="*/ 4847509 h 5111319"/>
              <a:gd name="connsiteX8" fmla="*/ 2382 w 12194382"/>
              <a:gd name="connsiteY8" fmla="*/ 0 h 5111319"/>
              <a:gd name="connsiteX0" fmla="*/ 2382 w 12194382"/>
              <a:gd name="connsiteY0" fmla="*/ 0 h 5182443"/>
              <a:gd name="connsiteX1" fmla="*/ 12194382 w 12194382"/>
              <a:gd name="connsiteY1" fmla="*/ 0 h 5182443"/>
              <a:gd name="connsiteX2" fmla="*/ 12194382 w 12194382"/>
              <a:gd name="connsiteY2" fmla="*/ 4854636 h 5182443"/>
              <a:gd name="connsiteX3" fmla="*/ 7623248 w 12194382"/>
              <a:gd name="connsiteY3" fmla="*/ 4843680 h 5182443"/>
              <a:gd name="connsiteX4" fmla="*/ 7620433 w 12194382"/>
              <a:gd name="connsiteY4" fmla="*/ 3543300 h 5182443"/>
              <a:gd name="connsiteX5" fmla="*/ 762115 w 12194382"/>
              <a:gd name="connsiteY5" fmla="*/ 3547023 h 5182443"/>
              <a:gd name="connsiteX6" fmla="*/ 762695 w 12194382"/>
              <a:gd name="connsiteY6" fmla="*/ 4850671 h 5182443"/>
              <a:gd name="connsiteX7" fmla="*/ 0 w 12194382"/>
              <a:gd name="connsiteY7" fmla="*/ 4847509 h 5182443"/>
              <a:gd name="connsiteX8" fmla="*/ 2382 w 12194382"/>
              <a:gd name="connsiteY8" fmla="*/ 0 h 5182443"/>
              <a:gd name="connsiteX0" fmla="*/ 2382 w 12194382"/>
              <a:gd name="connsiteY0" fmla="*/ 0 h 5128150"/>
              <a:gd name="connsiteX1" fmla="*/ 12194382 w 12194382"/>
              <a:gd name="connsiteY1" fmla="*/ 0 h 5128150"/>
              <a:gd name="connsiteX2" fmla="*/ 12194382 w 12194382"/>
              <a:gd name="connsiteY2" fmla="*/ 4854636 h 5128150"/>
              <a:gd name="connsiteX3" fmla="*/ 7623248 w 12194382"/>
              <a:gd name="connsiteY3" fmla="*/ 4843680 h 5128150"/>
              <a:gd name="connsiteX4" fmla="*/ 7620433 w 12194382"/>
              <a:gd name="connsiteY4" fmla="*/ 3543300 h 5128150"/>
              <a:gd name="connsiteX5" fmla="*/ 762115 w 12194382"/>
              <a:gd name="connsiteY5" fmla="*/ 3547023 h 5128150"/>
              <a:gd name="connsiteX6" fmla="*/ 762695 w 12194382"/>
              <a:gd name="connsiteY6" fmla="*/ 4850671 h 5128150"/>
              <a:gd name="connsiteX7" fmla="*/ 0 w 12194382"/>
              <a:gd name="connsiteY7" fmla="*/ 4847509 h 5128150"/>
              <a:gd name="connsiteX8" fmla="*/ 2382 w 12194382"/>
              <a:gd name="connsiteY8" fmla="*/ 0 h 5128150"/>
              <a:gd name="connsiteX0" fmla="*/ 2382 w 12194382"/>
              <a:gd name="connsiteY0" fmla="*/ 0 h 5128150"/>
              <a:gd name="connsiteX1" fmla="*/ 12194382 w 12194382"/>
              <a:gd name="connsiteY1" fmla="*/ 0 h 5128150"/>
              <a:gd name="connsiteX2" fmla="*/ 12194382 w 12194382"/>
              <a:gd name="connsiteY2" fmla="*/ 4854636 h 5128150"/>
              <a:gd name="connsiteX3" fmla="*/ 7623248 w 12194382"/>
              <a:gd name="connsiteY3" fmla="*/ 4843680 h 5128150"/>
              <a:gd name="connsiteX4" fmla="*/ 7620433 w 12194382"/>
              <a:gd name="connsiteY4" fmla="*/ 3543300 h 5128150"/>
              <a:gd name="connsiteX5" fmla="*/ 762115 w 12194382"/>
              <a:gd name="connsiteY5" fmla="*/ 3547023 h 5128150"/>
              <a:gd name="connsiteX6" fmla="*/ 762695 w 12194382"/>
              <a:gd name="connsiteY6" fmla="*/ 4850671 h 5128150"/>
              <a:gd name="connsiteX7" fmla="*/ 0 w 12194382"/>
              <a:gd name="connsiteY7" fmla="*/ 4847509 h 5128150"/>
              <a:gd name="connsiteX8" fmla="*/ 2382 w 12194382"/>
              <a:gd name="connsiteY8" fmla="*/ 0 h 5128150"/>
              <a:gd name="connsiteX0" fmla="*/ 2382 w 12194382"/>
              <a:gd name="connsiteY0" fmla="*/ 0 h 5128150"/>
              <a:gd name="connsiteX1" fmla="*/ 12194382 w 12194382"/>
              <a:gd name="connsiteY1" fmla="*/ 0 h 5128150"/>
              <a:gd name="connsiteX2" fmla="*/ 12194382 w 12194382"/>
              <a:gd name="connsiteY2" fmla="*/ 4854636 h 5128150"/>
              <a:gd name="connsiteX3" fmla="*/ 7623248 w 12194382"/>
              <a:gd name="connsiteY3" fmla="*/ 4843680 h 5128150"/>
              <a:gd name="connsiteX4" fmla="*/ 7620433 w 12194382"/>
              <a:gd name="connsiteY4" fmla="*/ 3543300 h 5128150"/>
              <a:gd name="connsiteX5" fmla="*/ 762115 w 12194382"/>
              <a:gd name="connsiteY5" fmla="*/ 3547023 h 5128150"/>
              <a:gd name="connsiteX6" fmla="*/ 762695 w 12194382"/>
              <a:gd name="connsiteY6" fmla="*/ 4850671 h 5128150"/>
              <a:gd name="connsiteX7" fmla="*/ 0 w 12194382"/>
              <a:gd name="connsiteY7" fmla="*/ 4847509 h 5128150"/>
              <a:gd name="connsiteX8" fmla="*/ 2382 w 12194382"/>
              <a:gd name="connsiteY8" fmla="*/ 0 h 5128150"/>
              <a:gd name="connsiteX0" fmla="*/ 2382 w 12194723"/>
              <a:gd name="connsiteY0" fmla="*/ 0 h 4854829"/>
              <a:gd name="connsiteX1" fmla="*/ 12194382 w 12194723"/>
              <a:gd name="connsiteY1" fmla="*/ 0 h 4854829"/>
              <a:gd name="connsiteX2" fmla="*/ 12194382 w 12194723"/>
              <a:gd name="connsiteY2" fmla="*/ 4854636 h 4854829"/>
              <a:gd name="connsiteX3" fmla="*/ 7623248 w 12194723"/>
              <a:gd name="connsiteY3" fmla="*/ 4843680 h 4854829"/>
              <a:gd name="connsiteX4" fmla="*/ 7620433 w 12194723"/>
              <a:gd name="connsiteY4" fmla="*/ 3543300 h 4854829"/>
              <a:gd name="connsiteX5" fmla="*/ 762115 w 12194723"/>
              <a:gd name="connsiteY5" fmla="*/ 3547023 h 4854829"/>
              <a:gd name="connsiteX6" fmla="*/ 762695 w 12194723"/>
              <a:gd name="connsiteY6" fmla="*/ 4850671 h 4854829"/>
              <a:gd name="connsiteX7" fmla="*/ 0 w 12194723"/>
              <a:gd name="connsiteY7" fmla="*/ 4847509 h 4854829"/>
              <a:gd name="connsiteX8" fmla="*/ 2382 w 12194723"/>
              <a:gd name="connsiteY8" fmla="*/ 0 h 485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4723" h="4854829">
                <a:moveTo>
                  <a:pt x="2382" y="0"/>
                </a:moveTo>
                <a:lnTo>
                  <a:pt x="12194382" y="0"/>
                </a:lnTo>
                <a:cubicBezTo>
                  <a:pt x="12194382" y="1618212"/>
                  <a:pt x="12195150" y="4852730"/>
                  <a:pt x="12194382" y="4854636"/>
                </a:cubicBezTo>
                <a:cubicBezTo>
                  <a:pt x="12193614" y="4856542"/>
                  <a:pt x="7623176" y="4843704"/>
                  <a:pt x="7623248" y="4843680"/>
                </a:cubicBezTo>
                <a:cubicBezTo>
                  <a:pt x="7623320" y="4843656"/>
                  <a:pt x="7618248" y="3540554"/>
                  <a:pt x="7620433" y="3543300"/>
                </a:cubicBezTo>
                <a:cubicBezTo>
                  <a:pt x="7622618" y="3546046"/>
                  <a:pt x="3048221" y="3545782"/>
                  <a:pt x="762115" y="3547023"/>
                </a:cubicBezTo>
                <a:cubicBezTo>
                  <a:pt x="760398" y="3777370"/>
                  <a:pt x="763508" y="4852455"/>
                  <a:pt x="762695" y="4850671"/>
                </a:cubicBezTo>
                <a:cubicBezTo>
                  <a:pt x="761882" y="4848887"/>
                  <a:pt x="254232" y="4848563"/>
                  <a:pt x="0" y="4847509"/>
                </a:cubicBezTo>
                <a:lnTo>
                  <a:pt x="2382" y="0"/>
                </a:lnTo>
                <a:close/>
              </a:path>
            </a:pathLst>
          </a:custGeom>
          <a:noFill/>
          <a:ln w="9525" algn="ctr">
            <a:noFill/>
            <a:miter lim="800000"/>
            <a:headEnd/>
            <a:tailEnd/>
          </a:ln>
        </p:spPr>
        <p:txBody>
          <a:bodyPr/>
          <a:lstStyle>
            <a:lvl1pPr>
              <a:defRPr sz="2133"/>
            </a:lvl1pPr>
          </a:lstStyle>
          <a:p>
            <a:r>
              <a:rPr lang="en-GB"/>
              <a:t>Click icon to add picture</a:t>
            </a:r>
          </a:p>
        </p:txBody>
      </p:sp>
      <p:sp>
        <p:nvSpPr>
          <p:cNvPr id="17" name="Rectangle 2"/>
          <p:cNvSpPr>
            <a:spLocks noGrp="1" noChangeArrowheads="1"/>
          </p:cNvSpPr>
          <p:nvPr>
            <p:ph type="ctrTitle"/>
          </p:nvPr>
        </p:nvSpPr>
        <p:spPr>
          <a:xfrm>
            <a:off x="1145875" y="4028766"/>
            <a:ext cx="6177756" cy="865472"/>
          </a:xfrm>
          <a:noFill/>
        </p:spPr>
        <p:txBody>
          <a:bodyPr lIns="0" tIns="0" rIns="0"/>
          <a:lstStyle>
            <a:lvl1pPr>
              <a:defRPr sz="2400" kern="1200" cap="none" spc="0" baseline="0">
                <a:solidFill>
                  <a:schemeClr val="tx1"/>
                </a:solidFill>
                <a:latin typeface="ShellBold" panose="00000800000000000000" pitchFamily="50" charset="0"/>
                <a:cs typeface="Arial" pitchFamily="34" charset="0"/>
              </a:defRPr>
            </a:lvl1pPr>
          </a:lstStyle>
          <a:p>
            <a:r>
              <a:rPr lang="en-GB"/>
              <a:t>Click to edit Master title style</a:t>
            </a:r>
          </a:p>
        </p:txBody>
      </p:sp>
      <p:sp>
        <p:nvSpPr>
          <p:cNvPr id="19" name="Rectangle 3"/>
          <p:cNvSpPr>
            <a:spLocks noGrp="1" noChangeArrowheads="1"/>
          </p:cNvSpPr>
          <p:nvPr>
            <p:ph type="subTitle" idx="1"/>
          </p:nvPr>
        </p:nvSpPr>
        <p:spPr>
          <a:xfrm>
            <a:off x="1145875" y="5092242"/>
            <a:ext cx="6177756" cy="770676"/>
          </a:xfrm>
        </p:spPr>
        <p:txBody>
          <a:bodyPr/>
          <a:lstStyle>
            <a:lvl1pPr marL="0" indent="0">
              <a:lnSpc>
                <a:spcPct val="90000"/>
              </a:lnSpc>
              <a:spcBef>
                <a:spcPct val="0"/>
              </a:spcBef>
              <a:spcAft>
                <a:spcPts val="0"/>
              </a:spcAft>
              <a:buFont typeface="Wingdings" pitchFamily="2" charset="2"/>
              <a:buNone/>
              <a:defRPr lang="en-GB" sz="1400" kern="1200" baseline="0" dirty="0">
                <a:solidFill>
                  <a:schemeClr val="tx1"/>
                </a:solidFill>
                <a:latin typeface="+mn-lt"/>
                <a:ea typeface="+mn-ea"/>
                <a:cs typeface="+mn-cs"/>
              </a:defRPr>
            </a:lvl1pPr>
          </a:lstStyle>
          <a:p>
            <a:r>
              <a:rPr lang="en-GB"/>
              <a:t>Click to edit Master subtitle style</a:t>
            </a:r>
          </a:p>
        </p:txBody>
      </p:sp>
      <p:sp>
        <p:nvSpPr>
          <p:cNvPr id="18"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12" name="TextBox 11" descr="CONFIDENTIAL_TAG_0xFFEE">
            <a:extLst>
              <a:ext uri="{FF2B5EF4-FFF2-40B4-BE49-F238E27FC236}">
                <a16:creationId xmlns:a16="http://schemas.microsoft.com/office/drawing/2014/main" id="{C110A2EB-6123-4022-BCA1-B31BA08BB36D}"/>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3382096579"/>
      </p:ext>
    </p:extLst>
  </p:cSld>
  <p:clrMapOvr>
    <a:masterClrMapping/>
  </p:clrMapOvr>
  <p:transition/>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lnSpc>
                <a:spcPct val="100000"/>
              </a:lnSpc>
              <a:defRPr lang="en-US" sz="2400" b="0" kern="1200" cap="none" baseline="0" noProof="0" dirty="0" smtClean="0">
                <a:solidFill>
                  <a:schemeClr val="tx1"/>
                </a:solidFill>
                <a:latin typeface="ShellBold" panose="00000800000000000000" pitchFamily="50" charset="0"/>
                <a:ea typeface="+mj-ea"/>
                <a:cs typeface="+mj-cs"/>
              </a:defRPr>
            </a:lvl1pPr>
          </a:lstStyle>
          <a:p>
            <a:pPr lvl="0" algn="l" defTabSz="1219170" rtl="0" eaLnBrk="1" latinLnBrk="0" hangingPunct="1">
              <a:lnSpc>
                <a:spcPct val="95000"/>
              </a:lnSpc>
              <a:spcBef>
                <a:spcPct val="0"/>
              </a:spcBef>
              <a:buNone/>
            </a:pPr>
            <a:r>
              <a:rPr lang="en-GB"/>
              <a:t>Click to edit Master title style</a:t>
            </a:r>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4"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7"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6" name="TextBox 5" descr="CONFIDENTIAL_TAG_0xFFEE">
            <a:extLst>
              <a:ext uri="{FF2B5EF4-FFF2-40B4-BE49-F238E27FC236}">
                <a16:creationId xmlns:a16="http://schemas.microsoft.com/office/drawing/2014/main" id="{9C02A5DD-F6AC-424C-B7E8-338AEB39A747}"/>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2719977341"/>
      </p:ext>
    </p:extLst>
  </p:cSld>
  <p:clrMapOvr>
    <a:masterClrMapping/>
  </p:clrMapOvr>
  <p:transition/>
  <p:hf hd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ation - Full Screen image">
    <p:spTree>
      <p:nvGrpSpPr>
        <p:cNvPr id="1" name=""/>
        <p:cNvGrpSpPr/>
        <p:nvPr/>
      </p:nvGrpSpPr>
      <p:grpSpPr>
        <a:xfrm>
          <a:off x="0" y="0"/>
          <a:ext cx="0" cy="0"/>
          <a:chOff x="0" y="0"/>
          <a:chExt cx="0" cy="0"/>
        </a:xfrm>
      </p:grpSpPr>
      <p:sp>
        <p:nvSpPr>
          <p:cNvPr id="6" name="Picture Placeholder 2"/>
          <p:cNvSpPr>
            <a:spLocks noGrp="1"/>
          </p:cNvSpPr>
          <p:nvPr>
            <p:ph type="pic" sz="quarter" idx="12"/>
          </p:nvPr>
        </p:nvSpPr>
        <p:spPr bwMode="auto">
          <a:xfrm>
            <a:off x="0" y="0"/>
            <a:ext cx="12194382" cy="6858000"/>
          </a:xfrm>
          <a:prstGeom prst="rect">
            <a:avLst/>
          </a:prstGeom>
          <a:noFill/>
          <a:ln w="3175" algn="ctr">
            <a:noFill/>
            <a:miter lim="800000"/>
            <a:headEnd/>
            <a:tailEnd/>
          </a:ln>
        </p:spPr>
        <p:txBody>
          <a:bodyPr/>
          <a:lstStyle>
            <a:lvl1pPr>
              <a:defRPr sz="2133"/>
            </a:lvl1pPr>
          </a:lstStyle>
          <a:p>
            <a:r>
              <a:rPr lang="en-GB"/>
              <a:t>Click icon to add picture</a:t>
            </a:r>
          </a:p>
        </p:txBody>
      </p:sp>
      <p:sp>
        <p:nvSpPr>
          <p:cNvPr id="8"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14"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6"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3" name="Text Placeholder 2" descr="&lt;IGNORE&gt;" title="&lt;IGNORE&gt;"/>
          <p:cNvSpPr>
            <a:spLocks noGrp="1"/>
          </p:cNvSpPr>
          <p:nvPr>
            <p:ph type="body" sz="quarter" idx="13"/>
          </p:nvPr>
        </p:nvSpPr>
        <p:spPr>
          <a:xfrm>
            <a:off x="513179" y="1438480"/>
            <a:ext cx="11166561" cy="2861742"/>
          </a:xfrm>
        </p:spPr>
        <p:txBody>
          <a:bodyPr/>
          <a:lstStyle>
            <a:lvl1pPr>
              <a:lnSpc>
                <a:spcPct val="110000"/>
              </a:lnSpc>
              <a:defRPr lang="en-US" sz="3400" b="0" kern="1200" dirty="0" smtClean="0">
                <a:solidFill>
                  <a:schemeClr val="tx1"/>
                </a:solidFill>
                <a:latin typeface="ShellBold" panose="00000800000000000000" pitchFamily="50" charset="0"/>
                <a:ea typeface="+mn-ea"/>
                <a:cs typeface="+mn-cs"/>
              </a:defRPr>
            </a:lvl1pPr>
          </a:lstStyle>
          <a:p>
            <a:pPr lvl="0"/>
            <a:r>
              <a:rPr lang="en-GB"/>
              <a:t>Click to edit Master text styles</a:t>
            </a:r>
          </a:p>
        </p:txBody>
      </p:sp>
      <p:sp>
        <p:nvSpPr>
          <p:cNvPr id="7" name="TextBox 6" descr="CONFIDENTIAL_TAG_0xFFEE">
            <a:extLst>
              <a:ext uri="{FF2B5EF4-FFF2-40B4-BE49-F238E27FC236}">
                <a16:creationId xmlns:a16="http://schemas.microsoft.com/office/drawing/2014/main" id="{C0A1F8D0-695B-4509-A563-A06E7A096845}"/>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3273563606"/>
      </p:ext>
    </p:extLst>
  </p:cSld>
  <p:clrMapOvr>
    <a:masterClrMapping/>
  </p:clrMapOvr>
  <p:transition/>
  <p:hf hd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Q&amp;A">
    <p:spTree>
      <p:nvGrpSpPr>
        <p:cNvPr id="1" name=""/>
        <p:cNvGrpSpPr/>
        <p:nvPr/>
      </p:nvGrpSpPr>
      <p:grpSpPr>
        <a:xfrm>
          <a:off x="0" y="0"/>
          <a:ext cx="0" cy="0"/>
          <a:chOff x="0" y="0"/>
          <a:chExt cx="0" cy="0"/>
        </a:xfrm>
      </p:grpSpPr>
      <p:sp>
        <p:nvSpPr>
          <p:cNvPr id="22" name="Rectangle 21"/>
          <p:cNvSpPr/>
          <p:nvPr userDrawn="1"/>
        </p:nvSpPr>
        <p:spPr bwMode="gray">
          <a:xfrm>
            <a:off x="1" y="4313784"/>
            <a:ext cx="12192000" cy="2544215"/>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bg1"/>
              </a:solidFill>
            </a:endParaRPr>
          </a:p>
        </p:txBody>
      </p:sp>
      <p:sp>
        <p:nvSpPr>
          <p:cNvPr id="23" name="Rectangle 22" descr="&lt;Shell Yellow Bar&gt;" title="&lt;Shell Yellow Bar&gt;"/>
          <p:cNvSpPr/>
          <p:nvPr userDrawn="1"/>
        </p:nvSpPr>
        <p:spPr bwMode="gray">
          <a:xfrm>
            <a:off x="761993" y="1524000"/>
            <a:ext cx="1269984" cy="756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24" name="Title 1"/>
          <p:cNvSpPr>
            <a:spLocks noGrp="1"/>
          </p:cNvSpPr>
          <p:nvPr>
            <p:ph type="title"/>
          </p:nvPr>
        </p:nvSpPr>
        <p:spPr>
          <a:xfrm>
            <a:off x="763200" y="2636980"/>
            <a:ext cx="5187472" cy="1362075"/>
          </a:xfrm>
          <a:prstGeom prst="rect">
            <a:avLst/>
          </a:prstGeom>
        </p:spPr>
        <p:txBody>
          <a:bodyPr lIns="0" tIns="0" rIns="0" bIns="0"/>
          <a:lstStyle>
            <a:lvl1pPr algn="l">
              <a:defRPr sz="1400" b="0" cap="none" baseline="0">
                <a:solidFill>
                  <a:schemeClr val="tx1"/>
                </a:solidFill>
                <a:latin typeface="ShellBold" panose="00000800000000000000" pitchFamily="50" charset="0"/>
              </a:defRPr>
            </a:lvl1pPr>
          </a:lstStyle>
          <a:p>
            <a:r>
              <a:rPr lang="en-GB"/>
              <a:t>Click to edit Master title style</a:t>
            </a:r>
          </a:p>
        </p:txBody>
      </p:sp>
      <p:sp>
        <p:nvSpPr>
          <p:cNvPr id="25" name="Text Placeholder 2"/>
          <p:cNvSpPr>
            <a:spLocks noGrp="1"/>
          </p:cNvSpPr>
          <p:nvPr>
            <p:ph type="body" idx="1"/>
          </p:nvPr>
        </p:nvSpPr>
        <p:spPr>
          <a:xfrm>
            <a:off x="763200" y="1696947"/>
            <a:ext cx="6375761" cy="821230"/>
          </a:xfrm>
          <a:prstGeom prst="rect">
            <a:avLst/>
          </a:prstGeom>
        </p:spPr>
        <p:txBody>
          <a:bodyPr lIns="0" tIns="0" rIns="0" bIns="0" anchor="t" anchorCtr="0"/>
          <a:lstStyle>
            <a:lvl1pPr marL="0" indent="0">
              <a:lnSpc>
                <a:spcPct val="100000"/>
              </a:lnSpc>
              <a:spcAft>
                <a:spcPts val="0"/>
              </a:spcAft>
              <a:buNone/>
              <a:defRPr sz="2800" b="0" cap="none" baseline="0">
                <a:solidFill>
                  <a:schemeClr val="tx1"/>
                </a:solidFill>
                <a:latin typeface="ShellBold" panose="00000800000000000000" pitchFamily="50"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a:t>Click to edit Master text styles</a:t>
            </a:r>
          </a:p>
        </p:txBody>
      </p:sp>
      <p:sp>
        <p:nvSpPr>
          <p:cNvPr id="2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27" name="Text Box 11" descr="&lt;COMPANY_NAME&gt;"/>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9"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grpSp>
        <p:nvGrpSpPr>
          <p:cNvPr id="31" name="Group 30"/>
          <p:cNvGrpSpPr/>
          <p:nvPr userDrawn="1"/>
        </p:nvGrpSpPr>
        <p:grpSpPr bwMode="gray">
          <a:xfrm>
            <a:off x="6450013" y="2557463"/>
            <a:ext cx="5197475" cy="1917700"/>
            <a:chOff x="6450013" y="2557463"/>
            <a:chExt cx="5197475" cy="1917700"/>
          </a:xfrm>
        </p:grpSpPr>
        <p:sp>
          <p:nvSpPr>
            <p:cNvPr id="32" name="Freeform 6"/>
            <p:cNvSpPr>
              <a:spLocks noEditPoints="1"/>
            </p:cNvSpPr>
            <p:nvPr userDrawn="1"/>
          </p:nvSpPr>
          <p:spPr bwMode="gray">
            <a:xfrm>
              <a:off x="6450013" y="2557463"/>
              <a:ext cx="2005013" cy="1917700"/>
            </a:xfrm>
            <a:custGeom>
              <a:avLst/>
              <a:gdLst>
                <a:gd name="T0" fmla="*/ 274 w 346"/>
                <a:gd name="T1" fmla="*/ 331 h 331"/>
                <a:gd name="T2" fmla="*/ 250 w 346"/>
                <a:gd name="T3" fmla="*/ 302 h 331"/>
                <a:gd name="T4" fmla="*/ 167 w 346"/>
                <a:gd name="T5" fmla="*/ 322 h 331"/>
                <a:gd name="T6" fmla="*/ 0 w 346"/>
                <a:gd name="T7" fmla="*/ 156 h 331"/>
                <a:gd name="T8" fmla="*/ 167 w 346"/>
                <a:gd name="T9" fmla="*/ 0 h 331"/>
                <a:gd name="T10" fmla="*/ 334 w 346"/>
                <a:gd name="T11" fmla="*/ 162 h 331"/>
                <a:gd name="T12" fmla="*/ 295 w 346"/>
                <a:gd name="T13" fmla="*/ 268 h 331"/>
                <a:gd name="T14" fmla="*/ 346 w 346"/>
                <a:gd name="T15" fmla="*/ 320 h 331"/>
                <a:gd name="T16" fmla="*/ 274 w 346"/>
                <a:gd name="T17" fmla="*/ 331 h 331"/>
                <a:gd name="T18" fmla="*/ 238 w 346"/>
                <a:gd name="T19" fmla="*/ 207 h 331"/>
                <a:gd name="T20" fmla="*/ 252 w 346"/>
                <a:gd name="T21" fmla="*/ 162 h 331"/>
                <a:gd name="T22" fmla="*/ 167 w 346"/>
                <a:gd name="T23" fmla="*/ 76 h 331"/>
                <a:gd name="T24" fmla="*/ 82 w 346"/>
                <a:gd name="T25" fmla="*/ 156 h 331"/>
                <a:gd name="T26" fmla="*/ 167 w 346"/>
                <a:gd name="T27" fmla="*/ 246 h 331"/>
                <a:gd name="T28" fmla="*/ 191 w 346"/>
                <a:gd name="T29" fmla="*/ 242 h 331"/>
                <a:gd name="T30" fmla="*/ 143 w 346"/>
                <a:gd name="T31" fmla="*/ 194 h 331"/>
                <a:gd name="T32" fmla="*/ 217 w 346"/>
                <a:gd name="T33" fmla="*/ 185 h 331"/>
                <a:gd name="T34" fmla="*/ 238 w 346"/>
                <a:gd name="T35" fmla="*/ 207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6" h="331">
                  <a:moveTo>
                    <a:pt x="274" y="331"/>
                  </a:moveTo>
                  <a:cubicBezTo>
                    <a:pt x="250" y="302"/>
                    <a:pt x="250" y="302"/>
                    <a:pt x="250" y="302"/>
                  </a:cubicBezTo>
                  <a:cubicBezTo>
                    <a:pt x="227" y="316"/>
                    <a:pt x="199" y="322"/>
                    <a:pt x="167" y="322"/>
                  </a:cubicBezTo>
                  <a:cubicBezTo>
                    <a:pt x="70" y="322"/>
                    <a:pt x="0" y="253"/>
                    <a:pt x="0" y="156"/>
                  </a:cubicBezTo>
                  <a:cubicBezTo>
                    <a:pt x="0" y="64"/>
                    <a:pt x="80" y="0"/>
                    <a:pt x="167" y="0"/>
                  </a:cubicBezTo>
                  <a:cubicBezTo>
                    <a:pt x="261" y="0"/>
                    <a:pt x="334" y="64"/>
                    <a:pt x="334" y="162"/>
                  </a:cubicBezTo>
                  <a:cubicBezTo>
                    <a:pt x="334" y="202"/>
                    <a:pt x="320" y="237"/>
                    <a:pt x="295" y="268"/>
                  </a:cubicBezTo>
                  <a:cubicBezTo>
                    <a:pt x="346" y="320"/>
                    <a:pt x="346" y="320"/>
                    <a:pt x="346" y="320"/>
                  </a:cubicBezTo>
                  <a:lnTo>
                    <a:pt x="274" y="331"/>
                  </a:lnTo>
                  <a:close/>
                  <a:moveTo>
                    <a:pt x="238" y="207"/>
                  </a:moveTo>
                  <a:cubicBezTo>
                    <a:pt x="247" y="194"/>
                    <a:pt x="252" y="178"/>
                    <a:pt x="252" y="162"/>
                  </a:cubicBezTo>
                  <a:cubicBezTo>
                    <a:pt x="252" y="117"/>
                    <a:pt x="215" y="76"/>
                    <a:pt x="167" y="76"/>
                  </a:cubicBezTo>
                  <a:cubicBezTo>
                    <a:pt x="121" y="76"/>
                    <a:pt x="82" y="114"/>
                    <a:pt x="82" y="156"/>
                  </a:cubicBezTo>
                  <a:cubicBezTo>
                    <a:pt x="82" y="208"/>
                    <a:pt x="121" y="246"/>
                    <a:pt x="167" y="246"/>
                  </a:cubicBezTo>
                  <a:cubicBezTo>
                    <a:pt x="175" y="246"/>
                    <a:pt x="183" y="245"/>
                    <a:pt x="191" y="242"/>
                  </a:cubicBezTo>
                  <a:cubicBezTo>
                    <a:pt x="143" y="194"/>
                    <a:pt x="143" y="194"/>
                    <a:pt x="143" y="194"/>
                  </a:cubicBezTo>
                  <a:cubicBezTo>
                    <a:pt x="217" y="185"/>
                    <a:pt x="217" y="185"/>
                    <a:pt x="217" y="185"/>
                  </a:cubicBezTo>
                  <a:lnTo>
                    <a:pt x="238" y="207"/>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7"/>
            <p:cNvSpPr>
              <a:spLocks noEditPoints="1"/>
            </p:cNvSpPr>
            <p:nvPr userDrawn="1"/>
          </p:nvSpPr>
          <p:spPr bwMode="gray">
            <a:xfrm>
              <a:off x="8426451" y="2586038"/>
              <a:ext cx="1441450" cy="1814513"/>
            </a:xfrm>
            <a:custGeom>
              <a:avLst/>
              <a:gdLst>
                <a:gd name="T0" fmla="*/ 190 w 249"/>
                <a:gd name="T1" fmla="*/ 257 h 313"/>
                <a:gd name="T2" fmla="*/ 79 w 249"/>
                <a:gd name="T3" fmla="*/ 313 h 313"/>
                <a:gd name="T4" fmla="*/ 0 w 249"/>
                <a:gd name="T5" fmla="*/ 233 h 313"/>
                <a:gd name="T6" fmla="*/ 92 w 249"/>
                <a:gd name="T7" fmla="*/ 124 h 313"/>
                <a:gd name="T8" fmla="*/ 60 w 249"/>
                <a:gd name="T9" fmla="*/ 58 h 313"/>
                <a:gd name="T10" fmla="*/ 119 w 249"/>
                <a:gd name="T11" fmla="*/ 0 h 313"/>
                <a:gd name="T12" fmla="*/ 174 w 249"/>
                <a:gd name="T13" fmla="*/ 56 h 313"/>
                <a:gd name="T14" fmla="*/ 117 w 249"/>
                <a:gd name="T15" fmla="*/ 130 h 313"/>
                <a:gd name="T16" fmla="*/ 192 w 249"/>
                <a:gd name="T17" fmla="*/ 232 h 313"/>
                <a:gd name="T18" fmla="*/ 230 w 249"/>
                <a:gd name="T19" fmla="*/ 190 h 313"/>
                <a:gd name="T20" fmla="*/ 245 w 249"/>
                <a:gd name="T21" fmla="*/ 198 h 313"/>
                <a:gd name="T22" fmla="*/ 203 w 249"/>
                <a:gd name="T23" fmla="*/ 246 h 313"/>
                <a:gd name="T24" fmla="*/ 249 w 249"/>
                <a:gd name="T25" fmla="*/ 307 h 313"/>
                <a:gd name="T26" fmla="*/ 228 w 249"/>
                <a:gd name="T27" fmla="*/ 307 h 313"/>
                <a:gd name="T28" fmla="*/ 190 w 249"/>
                <a:gd name="T29" fmla="*/ 257 h 313"/>
                <a:gd name="T30" fmla="*/ 84 w 249"/>
                <a:gd name="T31" fmla="*/ 152 h 313"/>
                <a:gd name="T32" fmla="*/ 19 w 249"/>
                <a:gd name="T33" fmla="*/ 231 h 313"/>
                <a:gd name="T34" fmla="*/ 79 w 249"/>
                <a:gd name="T35" fmla="*/ 295 h 313"/>
                <a:gd name="T36" fmla="*/ 179 w 249"/>
                <a:gd name="T37" fmla="*/ 242 h 313"/>
                <a:gd name="T38" fmla="*/ 103 w 249"/>
                <a:gd name="T39" fmla="*/ 139 h 313"/>
                <a:gd name="T40" fmla="*/ 84 w 249"/>
                <a:gd name="T41" fmla="*/ 152 h 313"/>
                <a:gd name="T42" fmla="*/ 79 w 249"/>
                <a:gd name="T43" fmla="*/ 60 h 313"/>
                <a:gd name="T44" fmla="*/ 106 w 249"/>
                <a:gd name="T45" fmla="*/ 115 h 313"/>
                <a:gd name="T46" fmla="*/ 154 w 249"/>
                <a:gd name="T47" fmla="*/ 55 h 313"/>
                <a:gd name="T48" fmla="*/ 118 w 249"/>
                <a:gd name="T49" fmla="*/ 18 h 313"/>
                <a:gd name="T50" fmla="*/ 79 w 249"/>
                <a:gd name="T51" fmla="*/ 6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9" h="313">
                  <a:moveTo>
                    <a:pt x="190" y="257"/>
                  </a:moveTo>
                  <a:cubicBezTo>
                    <a:pt x="156" y="285"/>
                    <a:pt x="118" y="313"/>
                    <a:pt x="79" y="313"/>
                  </a:cubicBezTo>
                  <a:cubicBezTo>
                    <a:pt x="34" y="313"/>
                    <a:pt x="0" y="277"/>
                    <a:pt x="0" y="233"/>
                  </a:cubicBezTo>
                  <a:cubicBezTo>
                    <a:pt x="0" y="181"/>
                    <a:pt x="50" y="150"/>
                    <a:pt x="92" y="124"/>
                  </a:cubicBezTo>
                  <a:cubicBezTo>
                    <a:pt x="78" y="104"/>
                    <a:pt x="60" y="84"/>
                    <a:pt x="60" y="58"/>
                  </a:cubicBezTo>
                  <a:cubicBezTo>
                    <a:pt x="60" y="26"/>
                    <a:pt x="87" y="0"/>
                    <a:pt x="119" y="0"/>
                  </a:cubicBezTo>
                  <a:cubicBezTo>
                    <a:pt x="150" y="0"/>
                    <a:pt x="174" y="25"/>
                    <a:pt x="174" y="56"/>
                  </a:cubicBezTo>
                  <a:cubicBezTo>
                    <a:pt x="174" y="90"/>
                    <a:pt x="146" y="110"/>
                    <a:pt x="117" y="130"/>
                  </a:cubicBezTo>
                  <a:cubicBezTo>
                    <a:pt x="192" y="232"/>
                    <a:pt x="192" y="232"/>
                    <a:pt x="192" y="232"/>
                  </a:cubicBezTo>
                  <a:cubicBezTo>
                    <a:pt x="230" y="190"/>
                    <a:pt x="230" y="190"/>
                    <a:pt x="230" y="190"/>
                  </a:cubicBezTo>
                  <a:cubicBezTo>
                    <a:pt x="245" y="198"/>
                    <a:pt x="245" y="198"/>
                    <a:pt x="245" y="198"/>
                  </a:cubicBezTo>
                  <a:cubicBezTo>
                    <a:pt x="203" y="246"/>
                    <a:pt x="203" y="246"/>
                    <a:pt x="203" y="246"/>
                  </a:cubicBezTo>
                  <a:cubicBezTo>
                    <a:pt x="249" y="307"/>
                    <a:pt x="249" y="307"/>
                    <a:pt x="249" y="307"/>
                  </a:cubicBezTo>
                  <a:cubicBezTo>
                    <a:pt x="228" y="307"/>
                    <a:pt x="228" y="307"/>
                    <a:pt x="228" y="307"/>
                  </a:cubicBezTo>
                  <a:lnTo>
                    <a:pt x="190" y="257"/>
                  </a:lnTo>
                  <a:close/>
                  <a:moveTo>
                    <a:pt x="84" y="152"/>
                  </a:moveTo>
                  <a:cubicBezTo>
                    <a:pt x="55" y="170"/>
                    <a:pt x="19" y="193"/>
                    <a:pt x="19" y="231"/>
                  </a:cubicBezTo>
                  <a:cubicBezTo>
                    <a:pt x="19" y="265"/>
                    <a:pt x="44" y="295"/>
                    <a:pt x="79" y="295"/>
                  </a:cubicBezTo>
                  <a:cubicBezTo>
                    <a:pt x="114" y="295"/>
                    <a:pt x="151" y="265"/>
                    <a:pt x="179" y="242"/>
                  </a:cubicBezTo>
                  <a:cubicBezTo>
                    <a:pt x="103" y="139"/>
                    <a:pt x="103" y="139"/>
                    <a:pt x="103" y="139"/>
                  </a:cubicBezTo>
                  <a:lnTo>
                    <a:pt x="84" y="152"/>
                  </a:lnTo>
                  <a:close/>
                  <a:moveTo>
                    <a:pt x="79" y="60"/>
                  </a:moveTo>
                  <a:cubicBezTo>
                    <a:pt x="79" y="81"/>
                    <a:pt x="95" y="97"/>
                    <a:pt x="106" y="115"/>
                  </a:cubicBezTo>
                  <a:cubicBezTo>
                    <a:pt x="127" y="99"/>
                    <a:pt x="154" y="86"/>
                    <a:pt x="154" y="55"/>
                  </a:cubicBezTo>
                  <a:cubicBezTo>
                    <a:pt x="154" y="35"/>
                    <a:pt x="138" y="18"/>
                    <a:pt x="118" y="18"/>
                  </a:cubicBezTo>
                  <a:cubicBezTo>
                    <a:pt x="96" y="18"/>
                    <a:pt x="79" y="39"/>
                    <a:pt x="79" y="60"/>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Freeform 8"/>
            <p:cNvSpPr>
              <a:spLocks noEditPoints="1"/>
            </p:cNvSpPr>
            <p:nvPr userDrawn="1"/>
          </p:nvSpPr>
          <p:spPr bwMode="gray">
            <a:xfrm>
              <a:off x="9821863" y="2614613"/>
              <a:ext cx="1825625" cy="1751013"/>
            </a:xfrm>
            <a:custGeom>
              <a:avLst/>
              <a:gdLst>
                <a:gd name="T0" fmla="*/ 380 w 1150"/>
                <a:gd name="T1" fmla="*/ 913 h 1103"/>
                <a:gd name="T2" fmla="*/ 303 w 1150"/>
                <a:gd name="T3" fmla="*/ 1103 h 1103"/>
                <a:gd name="T4" fmla="*/ 0 w 1150"/>
                <a:gd name="T5" fmla="*/ 1103 h 1103"/>
                <a:gd name="T6" fmla="*/ 424 w 1150"/>
                <a:gd name="T7" fmla="*/ 0 h 1103"/>
                <a:gd name="T8" fmla="*/ 734 w 1150"/>
                <a:gd name="T9" fmla="*/ 0 h 1103"/>
                <a:gd name="T10" fmla="*/ 1150 w 1150"/>
                <a:gd name="T11" fmla="*/ 1103 h 1103"/>
                <a:gd name="T12" fmla="*/ 843 w 1150"/>
                <a:gd name="T13" fmla="*/ 1103 h 1103"/>
                <a:gd name="T14" fmla="*/ 774 w 1150"/>
                <a:gd name="T15" fmla="*/ 913 h 1103"/>
                <a:gd name="T16" fmla="*/ 380 w 1150"/>
                <a:gd name="T17" fmla="*/ 913 h 1103"/>
                <a:gd name="T18" fmla="*/ 581 w 1150"/>
                <a:gd name="T19" fmla="*/ 344 h 1103"/>
                <a:gd name="T20" fmla="*/ 577 w 1150"/>
                <a:gd name="T21" fmla="*/ 344 h 1103"/>
                <a:gd name="T22" fmla="*/ 456 w 1150"/>
                <a:gd name="T23" fmla="*/ 694 h 1103"/>
                <a:gd name="T24" fmla="*/ 697 w 1150"/>
                <a:gd name="T25" fmla="*/ 694 h 1103"/>
                <a:gd name="T26" fmla="*/ 581 w 1150"/>
                <a:gd name="T27" fmla="*/ 344 h 1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0" h="1103">
                  <a:moveTo>
                    <a:pt x="380" y="913"/>
                  </a:moveTo>
                  <a:lnTo>
                    <a:pt x="303" y="1103"/>
                  </a:lnTo>
                  <a:lnTo>
                    <a:pt x="0" y="1103"/>
                  </a:lnTo>
                  <a:lnTo>
                    <a:pt x="424" y="0"/>
                  </a:lnTo>
                  <a:lnTo>
                    <a:pt x="734" y="0"/>
                  </a:lnTo>
                  <a:lnTo>
                    <a:pt x="1150" y="1103"/>
                  </a:lnTo>
                  <a:lnTo>
                    <a:pt x="843" y="1103"/>
                  </a:lnTo>
                  <a:lnTo>
                    <a:pt x="774" y="913"/>
                  </a:lnTo>
                  <a:lnTo>
                    <a:pt x="380" y="913"/>
                  </a:lnTo>
                  <a:close/>
                  <a:moveTo>
                    <a:pt x="581" y="344"/>
                  </a:moveTo>
                  <a:lnTo>
                    <a:pt x="577" y="344"/>
                  </a:lnTo>
                  <a:lnTo>
                    <a:pt x="456" y="694"/>
                  </a:lnTo>
                  <a:lnTo>
                    <a:pt x="697" y="694"/>
                  </a:lnTo>
                  <a:lnTo>
                    <a:pt x="581" y="344"/>
                  </a:ln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309622349"/>
      </p:ext>
    </p:extLst>
  </p:cSld>
  <p:clrMapOvr>
    <a:masterClrMapping/>
  </p:clrMapOvr>
  <p:transition/>
  <p:hf hd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0"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1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2"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6" name="TextBox 5" descr="CONFIDENTIAL_TAG_0xFFEE">
            <a:extLst>
              <a:ext uri="{FF2B5EF4-FFF2-40B4-BE49-F238E27FC236}">
                <a16:creationId xmlns:a16="http://schemas.microsoft.com/office/drawing/2014/main" id="{F54AF45A-632A-410B-8AD4-FB5CF02B63B6}"/>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CONFIDENTIAL</a:t>
            </a:r>
          </a:p>
        </p:txBody>
      </p:sp>
    </p:spTree>
    <p:extLst>
      <p:ext uri="{BB962C8B-B14F-4D97-AF65-F5344CB8AC3E}">
        <p14:creationId xmlns:p14="http://schemas.microsoft.com/office/powerpoint/2010/main" val="3191305085"/>
      </p:ext>
    </p:extLst>
  </p:cSld>
  <p:clrMapOvr>
    <a:masterClrMapping/>
  </p:clrMapOvr>
  <p:transition/>
  <p:hf hdr="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Mandatory)">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0208" y="1257010"/>
            <a:ext cx="4316400" cy="4316400"/>
          </a:xfrm>
          <a:prstGeom prst="rect">
            <a:avLst/>
          </a:prstGeom>
        </p:spPr>
      </p:pic>
    </p:spTree>
    <p:extLst>
      <p:ext uri="{BB962C8B-B14F-4D97-AF65-F5344CB8AC3E}">
        <p14:creationId xmlns:p14="http://schemas.microsoft.com/office/powerpoint/2010/main" val="2982641571"/>
      </p:ext>
    </p:extLst>
  </p:cSld>
  <p:clrMapOvr>
    <a:masterClrMapping/>
  </p:clrMapOvr>
  <p:transition/>
  <p:hf hdr="0"/>
  <p:extLst>
    <p:ext uri="{DCECCB84-F9BA-43D5-87BE-67443E8EF086}">
      <p15:sldGuideLst xmlns:p15="http://schemas.microsoft.com/office/powerpoint/2012/main">
        <p15:guide id="1" orient="horz" pos="216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FT Title Subtitle 1 Text">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7"/>
            <a:ext cx="11252200" cy="414536"/>
          </a:xfrm>
          <a:prstGeom prst="rect">
            <a:avLst/>
          </a:prstGeom>
        </p:spPr>
        <p:txBody>
          <a:bodyPr vert="horz" lIns="0" tIns="0" rIns="0" bIns="0" rtlCol="0" anchor="t" anchorCtr="0">
            <a:noAutofit/>
          </a:bodyPr>
          <a:lstStyle>
            <a:lvl1pPr>
              <a:defRPr sz="2800"/>
            </a:lvl1pPr>
          </a:lstStyle>
          <a:p>
            <a:r>
              <a:rPr lang="en-US" noProof="0"/>
              <a:t>Click to edit Master title style</a:t>
            </a:r>
          </a:p>
        </p:txBody>
      </p:sp>
      <p:sp>
        <p:nvSpPr>
          <p:cNvPr id="3" name="Text Placeholder 8">
            <a:extLst>
              <a:ext uri="{FF2B5EF4-FFF2-40B4-BE49-F238E27FC236}">
                <a16:creationId xmlns:a16="http://schemas.microsoft.com/office/drawing/2014/main" id="{6E12A6BE-DE0B-4729-91C0-843211C6EB32}"/>
              </a:ext>
            </a:extLst>
          </p:cNvPr>
          <p:cNvSpPr>
            <a:spLocks noGrp="1"/>
          </p:cNvSpPr>
          <p:nvPr>
            <p:ph type="body" sz="quarter" idx="13" hasCustomPrompt="1"/>
          </p:nvPr>
        </p:nvSpPr>
        <p:spPr>
          <a:xfrm>
            <a:off x="469900" y="778213"/>
            <a:ext cx="11252200" cy="356681"/>
          </a:xfrm>
          <a:prstGeom prst="rect">
            <a:avLst/>
          </a:prstGeom>
        </p:spPr>
        <p:txBody>
          <a:bodyPr lIns="0" tIns="0" rIns="0" bIns="0">
            <a:noAutofit/>
          </a:bodyPr>
          <a:lstStyle>
            <a:lvl1pPr marL="0" indent="0">
              <a:buNone/>
              <a:defRPr sz="2000" b="1">
                <a:solidFill>
                  <a:schemeClr val="bg2">
                    <a:lumMod val="90000"/>
                  </a:schemeClr>
                </a:solidFill>
              </a:defRPr>
            </a:lvl1pPr>
          </a:lstStyle>
          <a:p>
            <a:pPr lvl="0"/>
            <a:r>
              <a:rPr lang="en-US" noProof="0"/>
              <a:t>Click to add subtitle</a:t>
            </a:r>
          </a:p>
        </p:txBody>
      </p:sp>
      <p:sp>
        <p:nvSpPr>
          <p:cNvPr id="5" name="Text Placeholder 18">
            <a:extLst>
              <a:ext uri="{FF2B5EF4-FFF2-40B4-BE49-F238E27FC236}">
                <a16:creationId xmlns:a16="http://schemas.microsoft.com/office/drawing/2014/main" id="{E901C9AD-1491-4729-A088-F9909E1418FF}"/>
              </a:ext>
            </a:extLst>
          </p:cNvPr>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7467716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SFT 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7"/>
            <a:ext cx="11252200" cy="414536"/>
          </a:xfrm>
          <a:prstGeom prst="rect">
            <a:avLst/>
          </a:prstGeom>
        </p:spPr>
        <p:txBody>
          <a:bodyPr vert="horz" lIns="0" tIns="0" rIns="0" bIns="0" rtlCol="0" anchor="t" anchorCtr="0">
            <a:noAutofit/>
          </a:bodyPr>
          <a:lstStyle>
            <a:lvl1pPr>
              <a:defRPr sz="2800"/>
            </a:lvl1pPr>
          </a:lstStyle>
          <a:p>
            <a:r>
              <a:rPr lang="en-US" noProof="0"/>
              <a:t>Click to edit Master title style</a:t>
            </a:r>
          </a:p>
        </p:txBody>
      </p:sp>
    </p:spTree>
    <p:extLst>
      <p:ext uri="{BB962C8B-B14F-4D97-AF65-F5344CB8AC3E}">
        <p14:creationId xmlns:p14="http://schemas.microsoft.com/office/powerpoint/2010/main" val="235502701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theme" Target="../theme/theme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Rectangle 3"/>
          <p:cNvSpPr>
            <a:spLocks noGrp="1" noChangeArrowheads="1"/>
          </p:cNvSpPr>
          <p:nvPr>
            <p:ph type="body" idx="1"/>
          </p:nvPr>
        </p:nvSpPr>
        <p:spPr bwMode="auto">
          <a:xfrm>
            <a:off x="765175" y="1665289"/>
            <a:ext cx="10914062" cy="4694184"/>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GB"/>
              <a:t>Click to edit Master title style</a:t>
            </a:r>
          </a:p>
        </p:txBody>
      </p:sp>
      <p:sp>
        <p:nvSpPr>
          <p:cNvPr id="4" name="Rectangle 3" descr="&lt;Shell Yellow Bar&gt;" title="&lt;Shell Yellow Bar&gt;"/>
          <p:cNvSpPr/>
          <p:nvPr userDrawn="1"/>
        </p:nvSpPr>
        <p:spPr bwMode="gray">
          <a:xfrm>
            <a:off x="-6201" y="508000"/>
            <a:ext cx="1269984" cy="381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sp>
        <p:nvSpPr>
          <p:cNvPr id="8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lgn="ctr">
              <a:defRPr sz="850">
                <a:solidFill>
                  <a:schemeClr val="tx1"/>
                </a:solidFill>
                <a:latin typeface="+mn-lt"/>
                <a:cs typeface="Arial" pitchFamily="34" charset="0"/>
              </a:defRPr>
            </a:lvl1pPr>
          </a:lstStyle>
          <a:p>
            <a:pPr>
              <a:defRPr/>
            </a:pPr>
            <a:r>
              <a:rPr lang="en-GB" noProof="1"/>
              <a:t> </a:t>
            </a:r>
          </a:p>
        </p:txBody>
      </p:sp>
      <p:sp>
        <p:nvSpPr>
          <p:cNvPr id="83"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fld id="{3A0DFFA1-C582-408E-B77B-318F25F55FF5}" type="datetime2">
              <a:rPr lang="en-US" noProof="1" smtClean="0"/>
              <a:t>Tuesday, March 10, 2026</a:t>
            </a:fld>
            <a:endParaRPr lang="en-GB" noProof="1"/>
          </a:p>
        </p:txBody>
      </p:sp>
      <p:sp>
        <p:nvSpPr>
          <p:cNvPr id="85"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4"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95" name="Rectangle 94" descr="&lt;Shell Yellow Bar&gt;" title="&lt;Shell Yellow Bar&gt;"/>
          <p:cNvSpPr/>
          <p:nvPr userDrawn="1"/>
        </p:nvSpPr>
        <p:spPr bwMode="gray">
          <a:xfrm>
            <a:off x="-3222" y="6820523"/>
            <a:ext cx="12193200" cy="381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95" r:id="rId2"/>
    <p:sldLayoutId id="2147483696" r:id="rId3"/>
    <p:sldLayoutId id="2147483698" r:id="rId4"/>
    <p:sldLayoutId id="2147483693" r:id="rId5"/>
    <p:sldLayoutId id="2147483705" r:id="rId6"/>
    <p:sldLayoutId id="2147483699" r:id="rId7"/>
    <p:sldLayoutId id="2147483691" r:id="rId8"/>
    <p:sldLayoutId id="2147483710" r:id="rId9"/>
    <p:sldLayoutId id="2147483692" r:id="rId10"/>
    <p:sldLayoutId id="2147483704" r:id="rId11"/>
    <p:sldLayoutId id="2147483694" r:id="rId12"/>
    <p:sldLayoutId id="2147483702" r:id="rId13"/>
    <p:sldLayoutId id="2147483703" r:id="rId14"/>
    <p:sldLayoutId id="2147483712" r:id="rId15"/>
    <p:sldLayoutId id="2147483697" r:id="rId16"/>
    <p:sldLayoutId id="2147483711" r:id="rId17"/>
    <p:sldLayoutId id="2147483700" r:id="rId18"/>
    <p:sldLayoutId id="2147483713" r:id="rId19"/>
    <p:sldLayoutId id="2147483701" r:id="rId20"/>
    <p:sldLayoutId id="2147483714" r:id="rId21"/>
    <p:sldLayoutId id="2147483683" r:id="rId22"/>
  </p:sldLayoutIdLst>
  <p:transition>
    <p:fade/>
  </p:transition>
  <p:hf hdr="0"/>
  <p:txStyles>
    <p:titleStyle>
      <a:lvl1pPr algn="l" defTabSz="1219170" rtl="0" eaLnBrk="1" latinLnBrk="0" hangingPunct="1">
        <a:lnSpc>
          <a:spcPct val="90000"/>
        </a:lnSpc>
        <a:spcBef>
          <a:spcPct val="0"/>
        </a:spcBef>
        <a:buNone/>
        <a:defRPr sz="2800" b="0" kern="1200" cap="none" baseline="0">
          <a:solidFill>
            <a:schemeClr val="tx1"/>
          </a:solidFill>
          <a:latin typeface="+mj-lt"/>
          <a:ea typeface="+mj-ea"/>
          <a:cs typeface="+mj-cs"/>
        </a:defRPr>
      </a:lvl1pPr>
    </p:titleStyle>
    <p:body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320" userDrawn="1">
          <p15:clr>
            <a:srgbClr val="F26B43"/>
          </p15:clr>
        </p15:guide>
        <p15:guide id="3" pos="7357" userDrawn="1">
          <p15:clr>
            <a:srgbClr val="F26B43"/>
          </p15:clr>
        </p15:guide>
        <p15:guide id="4" orient="horz" pos="444" userDrawn="1">
          <p15:clr>
            <a:srgbClr val="F26B43"/>
          </p15:clr>
        </p15:guide>
        <p15:guide id="5" orient="horz" pos="1049" userDrawn="1">
          <p15:clr>
            <a:srgbClr val="F26B43"/>
          </p15:clr>
        </p15:guide>
        <p15:guide id="6" orient="horz" pos="958" userDrawn="1">
          <p15:clr>
            <a:srgbClr val="F26B43"/>
          </p15:clr>
        </p15:guide>
        <p15:guide id="7" orient="horz" pos="4071" userDrawn="1">
          <p15:clr>
            <a:srgbClr val="F26B43"/>
          </p15:clr>
        </p15:guide>
        <p15:guide id="8" orient="horz" pos="4006" userDrawn="1">
          <p15:clr>
            <a:srgbClr val="F26B43"/>
          </p15:clr>
        </p15:guide>
        <p15:guide id="9" pos="3765" userDrawn="1">
          <p15:clr>
            <a:srgbClr val="F26B43"/>
          </p15:clr>
        </p15:guide>
        <p15:guide id="10" pos="3915" userDrawn="1">
          <p15:clr>
            <a:srgbClr val="F26B43"/>
          </p15:clr>
        </p15:guide>
        <p15:guide id="11" orient="horz" pos="320" userDrawn="1">
          <p15:clr>
            <a:srgbClr val="F26B43"/>
          </p15:clr>
        </p15:guide>
        <p15:guide id="12" orient="horz" pos="368" userDrawn="1">
          <p15:clr>
            <a:srgbClr val="F26B43"/>
          </p15:clr>
        </p15:guide>
        <p15:guide id="13" pos="1118" userDrawn="1">
          <p15:clr>
            <a:srgbClr val="F26B43"/>
          </p15:clr>
        </p15:guide>
        <p15:guide id="14" orient="horz" pos="4225" userDrawn="1">
          <p15:clr>
            <a:srgbClr val="F26B43"/>
          </p15:clr>
        </p15:guide>
        <p15:guide id="15" pos="482" userDrawn="1">
          <p15:clr>
            <a:srgbClr val="F26B43"/>
          </p15:clr>
        </p15:guide>
        <p15:guide id="16" pos="642" userDrawn="1">
          <p15:clr>
            <a:srgbClr val="F26B43"/>
          </p15:clr>
        </p15:guide>
        <p15:guide id="17" orient="horz" pos="111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Rectangle 3"/>
          <p:cNvSpPr>
            <a:spLocks noGrp="1" noChangeArrowheads="1"/>
          </p:cNvSpPr>
          <p:nvPr>
            <p:ph type="body" idx="1"/>
          </p:nvPr>
        </p:nvSpPr>
        <p:spPr bwMode="auto">
          <a:xfrm>
            <a:off x="508000" y="1528763"/>
            <a:ext cx="11171238" cy="4830710"/>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Rectangle 2"/>
          <p:cNvSpPr>
            <a:spLocks noGrp="1" noChangeArrowheads="1"/>
          </p:cNvSpPr>
          <p:nvPr>
            <p:ph type="title"/>
          </p:nvPr>
        </p:nvSpPr>
        <p:spPr bwMode="auto">
          <a:xfrm>
            <a:off x="508000" y="712800"/>
            <a:ext cx="11171238" cy="754017"/>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GB"/>
              <a:t>Click to edit Master title style</a:t>
            </a:r>
          </a:p>
        </p:txBody>
      </p:sp>
      <p:sp>
        <p:nvSpPr>
          <p:cNvPr id="4" name="Rectangle 3" descr="&lt;Shell Yellow Bar&gt;" title="&lt;Shell Yellow Bar&gt;"/>
          <p:cNvSpPr/>
          <p:nvPr userDrawn="1"/>
        </p:nvSpPr>
        <p:spPr bwMode="gray">
          <a:xfrm>
            <a:off x="508010" y="508000"/>
            <a:ext cx="1269984" cy="76200"/>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sp>
        <p:nvSpPr>
          <p:cNvPr id="8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lgn="ctr">
              <a:defRPr sz="850">
                <a:solidFill>
                  <a:schemeClr val="tx1"/>
                </a:solidFill>
                <a:latin typeface="+mn-lt"/>
                <a:cs typeface="Arial" pitchFamily="34" charset="0"/>
              </a:defRPr>
            </a:lvl1pPr>
          </a:lstStyle>
          <a:p>
            <a:pPr>
              <a:defRPr/>
            </a:pPr>
            <a:r>
              <a:rPr lang="en-GB" noProof="1"/>
              <a:t> </a:t>
            </a:r>
          </a:p>
        </p:txBody>
      </p:sp>
      <p:sp>
        <p:nvSpPr>
          <p:cNvPr id="83"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August 2021</a:t>
            </a:r>
          </a:p>
        </p:txBody>
      </p:sp>
      <p:sp>
        <p:nvSpPr>
          <p:cNvPr id="85"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4"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Tree>
    <p:extLst>
      <p:ext uri="{BB962C8B-B14F-4D97-AF65-F5344CB8AC3E}">
        <p14:creationId xmlns:p14="http://schemas.microsoft.com/office/powerpoint/2010/main" val="2572228373"/>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Lst>
  <p:transition>
    <p:fade/>
  </p:transition>
  <p:hf hdr="0"/>
  <p:txStyles>
    <p:titleStyle>
      <a:lvl1pPr algn="l" defTabSz="1219170" rtl="0" eaLnBrk="1" latinLnBrk="0" hangingPunct="1">
        <a:lnSpc>
          <a:spcPct val="100000"/>
        </a:lnSpc>
        <a:spcBef>
          <a:spcPct val="0"/>
        </a:spcBef>
        <a:buNone/>
        <a:defRPr sz="2400" b="0" kern="1200" cap="none" baseline="0">
          <a:solidFill>
            <a:schemeClr val="tx1"/>
          </a:solidFill>
          <a:latin typeface="ShellBold" panose="00000800000000000000" pitchFamily="50" charset="0"/>
          <a:ea typeface="+mj-ea"/>
          <a:cs typeface="+mj-cs"/>
        </a:defRPr>
      </a:lvl1pPr>
    </p:titleStyle>
    <p:body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85000"/>
        <a:buFont typeface="Wingdings" pitchFamily="2" charset="2"/>
        <a:buChar char="n"/>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tx1"/>
        </a:buClr>
        <a:buSzPct val="75000"/>
        <a:buFont typeface="Wingdings"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75000"/>
        <a:buFont typeface="Wingdings" pitchFamily="2" charset="2"/>
        <a:buChar char=""/>
        <a:defRPr sz="18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75000"/>
        <a:buFont typeface="Wingdings" pitchFamily="2" charset="2"/>
        <a:buChar char=""/>
        <a:defRPr sz="16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75000"/>
        <a:buFont typeface="Wingdings"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20">
          <p15:clr>
            <a:srgbClr val="F26B43"/>
          </p15:clr>
        </p15:guide>
        <p15:guide id="3" pos="7357">
          <p15:clr>
            <a:srgbClr val="F26B43"/>
          </p15:clr>
        </p15:guide>
        <p15:guide id="4" orient="horz" pos="444">
          <p15:clr>
            <a:srgbClr val="F26B43"/>
          </p15:clr>
        </p15:guide>
        <p15:guide id="5" orient="horz" pos="963">
          <p15:clr>
            <a:srgbClr val="F26B43"/>
          </p15:clr>
        </p15:guide>
        <p15:guide id="6" orient="horz" pos="928">
          <p15:clr>
            <a:srgbClr val="F26B43"/>
          </p15:clr>
        </p15:guide>
        <p15:guide id="7" orient="horz" pos="4071">
          <p15:clr>
            <a:srgbClr val="F26B43"/>
          </p15:clr>
        </p15:guide>
        <p15:guide id="8" orient="horz" pos="4006">
          <p15:clr>
            <a:srgbClr val="F26B43"/>
          </p15:clr>
        </p15:guide>
        <p15:guide id="9" pos="3765">
          <p15:clr>
            <a:srgbClr val="F26B43"/>
          </p15:clr>
        </p15:guide>
        <p15:guide id="10" pos="3915">
          <p15:clr>
            <a:srgbClr val="F26B43"/>
          </p15:clr>
        </p15:guide>
        <p15:guide id="11" orient="horz" pos="320">
          <p15:clr>
            <a:srgbClr val="F26B43"/>
          </p15:clr>
        </p15:guide>
        <p15:guide id="12" orient="horz" pos="368">
          <p15:clr>
            <a:srgbClr val="F26B43"/>
          </p15:clr>
        </p15:guide>
        <p15:guide id="13" pos="1121">
          <p15:clr>
            <a:srgbClr val="F26B43"/>
          </p15:clr>
        </p15:guide>
        <p15:guide id="14" orient="horz" pos="422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8" Type="http://schemas.openxmlformats.org/officeDocument/2006/relationships/image" Target="../media/image13.emf"/><Relationship Id="rId13" Type="http://schemas.openxmlformats.org/officeDocument/2006/relationships/image" Target="../media/image18.emf"/><Relationship Id="rId3" Type="http://schemas.openxmlformats.org/officeDocument/2006/relationships/image" Target="../media/image8.emf"/><Relationship Id="rId7" Type="http://schemas.openxmlformats.org/officeDocument/2006/relationships/image" Target="../media/image12.emf"/><Relationship Id="rId12" Type="http://schemas.openxmlformats.org/officeDocument/2006/relationships/image" Target="../media/image17.emf"/><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11.emf"/><Relationship Id="rId11" Type="http://schemas.openxmlformats.org/officeDocument/2006/relationships/image" Target="../media/image16.emf"/><Relationship Id="rId5" Type="http://schemas.openxmlformats.org/officeDocument/2006/relationships/image" Target="../media/image10.emf"/><Relationship Id="rId15" Type="http://schemas.openxmlformats.org/officeDocument/2006/relationships/image" Target="../media/image20.png"/><Relationship Id="rId10" Type="http://schemas.openxmlformats.org/officeDocument/2006/relationships/image" Target="../media/image15.emf"/><Relationship Id="rId4" Type="http://schemas.openxmlformats.org/officeDocument/2006/relationships/image" Target="../media/image9.emf"/><Relationship Id="rId9" Type="http://schemas.openxmlformats.org/officeDocument/2006/relationships/image" Target="../media/image14.emf"/><Relationship Id="rId1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p:cNvSpPr>
            <a:spLocks noGrp="1"/>
          </p:cNvSpPr>
          <p:nvPr>
            <p:ph type="ctrTitle"/>
          </p:nvPr>
        </p:nvSpPr>
        <p:spPr>
          <a:xfrm>
            <a:off x="802461" y="2190960"/>
            <a:ext cx="9973373" cy="918000"/>
          </a:xfrm>
        </p:spPr>
        <p:txBody>
          <a:bodyPr/>
          <a:lstStyle/>
          <a:p>
            <a:r>
              <a:rPr lang="en-US" b="1"/>
              <a:t>ABAP AI Assistant</a:t>
            </a:r>
          </a:p>
        </p:txBody>
      </p:sp>
      <p:sp>
        <p:nvSpPr>
          <p:cNvPr id="23" name="Subtitle 22"/>
          <p:cNvSpPr>
            <a:spLocks noGrp="1"/>
          </p:cNvSpPr>
          <p:nvPr>
            <p:ph type="subTitle" idx="1"/>
          </p:nvPr>
        </p:nvSpPr>
        <p:spPr>
          <a:xfrm>
            <a:off x="799286" y="3108960"/>
            <a:ext cx="9976548" cy="1353312"/>
          </a:xfrm>
        </p:spPr>
        <p:txBody>
          <a:bodyPr/>
          <a:lstStyle/>
          <a:p>
            <a:r>
              <a:rPr lang="en-US">
                <a:latin typeface="+mj-lt"/>
              </a:rPr>
              <a:t>Connecting Eclipse Copilot to Our SAP Systems via MCP</a:t>
            </a:r>
          </a:p>
          <a:p>
            <a:endParaRPr lang="en-US">
              <a:latin typeface="+mj-lt"/>
            </a:endParaRPr>
          </a:p>
          <a:p>
            <a:r>
              <a:rPr lang="en-US" b="1">
                <a:latin typeface="ShellLight" panose="00000400000000000000" pitchFamily="2" charset="0"/>
              </a:rPr>
              <a:t>A read-only, secure, AI-assisted developer productivity platform
built entirely on trusted open-source components.</a:t>
            </a:r>
          </a:p>
          <a:p>
            <a:endParaRPr lang="en-US">
              <a:latin typeface="Calibri"/>
            </a:endParaRPr>
          </a:p>
          <a:p>
            <a:endParaRPr lang="en-GB"/>
          </a:p>
        </p:txBody>
      </p:sp>
      <p:sp>
        <p:nvSpPr>
          <p:cNvPr id="24" name="Text Placeholder 23"/>
          <p:cNvSpPr>
            <a:spLocks noGrp="1"/>
          </p:cNvSpPr>
          <p:nvPr>
            <p:ph type="body" sz="quarter" idx="10"/>
          </p:nvPr>
        </p:nvSpPr>
        <p:spPr>
          <a:xfrm>
            <a:off x="766800" y="4832086"/>
            <a:ext cx="7871121" cy="992642"/>
          </a:xfrm>
        </p:spPr>
        <p:txBody>
          <a:bodyPr/>
          <a:lstStyle/>
          <a:p>
            <a:r>
              <a:rPr lang="en-GB"/>
              <a:t>Vishnu Divvela</a:t>
            </a:r>
            <a:br>
              <a:rPr lang="en-GB"/>
            </a:br>
            <a:r>
              <a:rPr lang="en-GB"/>
              <a:t>Ayushman Pandey</a:t>
            </a:r>
            <a:br>
              <a:rPr lang="en-GB"/>
            </a:br>
            <a:r>
              <a:rPr lang="en-GB"/>
              <a:t>Harshitha P M</a:t>
            </a:r>
            <a:br>
              <a:rPr lang="en-GB"/>
            </a:br>
            <a:r>
              <a:rPr lang="en-GB"/>
              <a:t>Suman Singh</a:t>
            </a:r>
          </a:p>
          <a:p>
            <a:endParaRPr lang="en-GB"/>
          </a:p>
          <a:p>
            <a:endParaRPr lang="en-GB"/>
          </a:p>
        </p:txBody>
      </p:sp>
      <p:sp>
        <p:nvSpPr>
          <p:cNvPr id="4" name="Slide Number Placeholder 3"/>
          <p:cNvSpPr>
            <a:spLocks noGrp="1"/>
          </p:cNvSpPr>
          <p:nvPr>
            <p:ph type="sldNum" sz="quarter" idx="4"/>
          </p:nvPr>
        </p:nvSpPr>
        <p:spPr/>
        <p:txBody>
          <a:bodyPr/>
          <a:lstStyle/>
          <a:p>
            <a:fld id="{D32BAE6A-B452-4007-8177-56DD051636F9}" type="slidenum">
              <a:rPr lang="en-GB" noProof="1" smtClean="0"/>
              <a:pPr/>
              <a:t>1</a:t>
            </a:fld>
            <a:endParaRPr lang="en-GB" noProof="1"/>
          </a:p>
        </p:txBody>
      </p:sp>
      <p:sp>
        <p:nvSpPr>
          <p:cNvPr id="5" name="Date Placeholder 4"/>
          <p:cNvSpPr>
            <a:spLocks noGrp="1"/>
          </p:cNvSpPr>
          <p:nvPr>
            <p:ph type="dt" sz="half" idx="2"/>
          </p:nvPr>
        </p:nvSpPr>
        <p:spPr/>
        <p:txBody>
          <a:bodyPr/>
          <a:lstStyle/>
          <a:p>
            <a:r>
              <a:rPr lang="en-GB" noProof="1"/>
              <a:t>March 2026</a:t>
            </a:r>
          </a:p>
        </p:txBody>
      </p:sp>
      <p:sp>
        <p:nvSpPr>
          <p:cNvPr id="2" name="Footer Placeholder 1"/>
          <p:cNvSpPr>
            <a:spLocks noGrp="1"/>
          </p:cNvSpPr>
          <p:nvPr>
            <p:ph type="ftr" sz="quarter" idx="3"/>
          </p:nvPr>
        </p:nvSpPr>
        <p:spPr/>
        <p:txBody>
          <a:bodyPr/>
          <a:lstStyle/>
          <a:p>
            <a:r>
              <a:rPr lang="en-GB" noProof="1"/>
              <a:t>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E68E64C-3C49-80A5-11F3-DD73315A0759}"/>
              </a:ext>
            </a:extLst>
          </p:cNvPr>
          <p:cNvSpPr>
            <a:spLocks noGrp="1"/>
          </p:cNvSpPr>
          <p:nvPr>
            <p:ph type="body" idx="1"/>
          </p:nvPr>
        </p:nvSpPr>
        <p:spPr>
          <a:xfrm>
            <a:off x="508000" y="738499"/>
            <a:ext cx="5021352" cy="880532"/>
          </a:xfrm>
        </p:spPr>
        <p:txBody>
          <a:bodyPr/>
          <a:lstStyle/>
          <a:p>
            <a:r>
              <a:rPr lang="en-US" sz="3400"/>
              <a:t>Agenda</a:t>
            </a:r>
          </a:p>
        </p:txBody>
      </p:sp>
      <p:sp>
        <p:nvSpPr>
          <p:cNvPr id="7" name="Date Placeholder 4">
            <a:extLst>
              <a:ext uri="{FF2B5EF4-FFF2-40B4-BE49-F238E27FC236}">
                <a16:creationId xmlns:a16="http://schemas.microsoft.com/office/drawing/2014/main" id="{D900C0C4-D666-4E9F-810F-C7F245B0F0A0}"/>
              </a:ext>
            </a:extLst>
          </p:cNvPr>
          <p:cNvSpPr>
            <a:spLocks noGrp="1"/>
          </p:cNvSpPr>
          <p:nvPr>
            <p:ph type="dt" sz="half" idx="2"/>
          </p:nvPr>
        </p:nvSpPr>
        <p:spPr/>
        <p:txBody>
          <a:bodyPr/>
          <a:lstStyle/>
          <a:p>
            <a:r>
              <a:rPr lang="en-GB" noProof="1"/>
              <a:t>March 2026</a:t>
            </a:r>
          </a:p>
        </p:txBody>
      </p:sp>
      <p:sp>
        <p:nvSpPr>
          <p:cNvPr id="6" name="Slide Number Placeholder 5"/>
          <p:cNvSpPr>
            <a:spLocks noGrp="1"/>
          </p:cNvSpPr>
          <p:nvPr>
            <p:ph type="sldNum" sz="quarter" idx="4"/>
          </p:nvPr>
        </p:nvSpPr>
        <p:spPr/>
        <p:txBody>
          <a:bodyPr/>
          <a:lstStyle/>
          <a:p>
            <a:fld id="{D32BAE6A-B452-4007-8177-56DD051636F9}" type="slidenum">
              <a:rPr lang="en-GB" noProof="1" dirty="0" smtClean="0"/>
              <a:pPr/>
              <a:t>2</a:t>
            </a:fld>
            <a:endParaRPr lang="en-GB" noProof="1"/>
          </a:p>
        </p:txBody>
      </p:sp>
      <p:sp>
        <p:nvSpPr>
          <p:cNvPr id="5" name="Footer Placeholder 4"/>
          <p:cNvSpPr>
            <a:spLocks noGrp="1"/>
          </p:cNvSpPr>
          <p:nvPr>
            <p:ph type="ftr" sz="quarter" idx="3"/>
          </p:nvPr>
        </p:nvSpPr>
        <p:spPr/>
        <p:txBody>
          <a:bodyPr/>
          <a:lstStyle/>
          <a:p>
            <a:r>
              <a:rPr lang="en-GB" noProof="1"/>
              <a:t> </a:t>
            </a:r>
          </a:p>
        </p:txBody>
      </p:sp>
      <p:sp>
        <p:nvSpPr>
          <p:cNvPr id="15" name="Content Placeholder 2">
            <a:extLst>
              <a:ext uri="{FF2B5EF4-FFF2-40B4-BE49-F238E27FC236}">
                <a16:creationId xmlns:a16="http://schemas.microsoft.com/office/drawing/2014/main" id="{C5CAA3EB-F54F-4210-8A20-1967D0ABD397}"/>
              </a:ext>
            </a:extLst>
          </p:cNvPr>
          <p:cNvSpPr txBox="1">
            <a:spLocks/>
          </p:cNvSpPr>
          <p:nvPr/>
        </p:nvSpPr>
        <p:spPr bwMode="auto">
          <a:xfrm>
            <a:off x="508000" y="1636110"/>
            <a:ext cx="5499608" cy="4861028"/>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85000"/>
              <a:buFont typeface="Wingdings" pitchFamily="2" charset="2"/>
              <a:buChar char="n"/>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tx1"/>
              </a:buClr>
              <a:buSzPct val="75000"/>
              <a:buFont typeface="Wingdings"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75000"/>
              <a:buFont typeface="Wingdings" pitchFamily="2" charset="2"/>
              <a:buChar char=""/>
              <a:defRPr sz="18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75000"/>
              <a:buFont typeface="Wingdings" pitchFamily="2" charset="2"/>
              <a:buChar char=""/>
              <a:defRPr sz="16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75000"/>
              <a:buFont typeface="Wingdings"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342370" indent="-342900">
              <a:buFont typeface="Wingdings" pitchFamily="2" charset="2"/>
              <a:buChar char="q"/>
            </a:pPr>
            <a:r>
              <a:rPr lang="en-GB" sz="2000"/>
              <a:t>Safety brief</a:t>
            </a:r>
          </a:p>
          <a:p>
            <a:pPr marL="342370" indent="-342900">
              <a:buFont typeface="Wingdings" pitchFamily="2" charset="2"/>
              <a:buChar char="q"/>
            </a:pPr>
            <a:r>
              <a:rPr lang="en-GB" sz="2000"/>
              <a:t>Introduction</a:t>
            </a:r>
          </a:p>
          <a:p>
            <a:pPr marL="342370" indent="-342900">
              <a:buFont typeface="Wingdings" pitchFamily="2" charset="2"/>
              <a:buChar char="q"/>
            </a:pPr>
            <a:r>
              <a:rPr lang="en-GB" sz="2000"/>
              <a:t>Security Architecture</a:t>
            </a:r>
          </a:p>
          <a:p>
            <a:pPr marL="342370" indent="-342900">
              <a:buFont typeface="Wingdings" pitchFamily="2" charset="2"/>
              <a:buChar char="q"/>
            </a:pPr>
            <a:r>
              <a:rPr lang="en-GB" sz="2000"/>
              <a:t>Trusted Open-Sources Libraries</a:t>
            </a:r>
          </a:p>
          <a:p>
            <a:pPr marL="342370" indent="-342900">
              <a:buFont typeface="Wingdings" pitchFamily="2" charset="2"/>
              <a:buChar char="q"/>
            </a:pPr>
            <a:r>
              <a:rPr lang="en-US" sz="2000"/>
              <a:t>The LLM Cannot Write to SAP — By Design</a:t>
            </a:r>
            <a:endParaRPr lang="en-GB" sz="2000"/>
          </a:p>
          <a:p>
            <a:pPr marL="342370" indent="-342900">
              <a:buFont typeface="Wingdings" pitchFamily="2" charset="2"/>
              <a:buChar char="q"/>
            </a:pPr>
            <a:r>
              <a:rPr lang="en-US" sz="2000"/>
              <a:t>Risk Comparison: Today vs This Solution</a:t>
            </a:r>
          </a:p>
          <a:p>
            <a:pPr marL="342370" indent="-342900">
              <a:buFont typeface="Wingdings" pitchFamily="2" charset="2"/>
              <a:buChar char="q"/>
            </a:pPr>
            <a:r>
              <a:rPr lang="en-US" sz="2000"/>
              <a:t>What Can It Do?</a:t>
            </a:r>
          </a:p>
          <a:p>
            <a:pPr marL="342370" indent="-342900">
              <a:buFont typeface="Wingdings" pitchFamily="2" charset="2"/>
              <a:buChar char="q"/>
            </a:pPr>
            <a:r>
              <a:rPr lang="en-US" sz="2000"/>
              <a:t>Selected Demo Questions</a:t>
            </a:r>
          </a:p>
          <a:p>
            <a:pPr marL="342370" indent="-342900">
              <a:buFont typeface="Wingdings" pitchFamily="2" charset="2"/>
              <a:buChar char="q"/>
            </a:pPr>
            <a:r>
              <a:rPr lang="en-US" sz="2000"/>
              <a:t>Developer Productivity Impact</a:t>
            </a:r>
          </a:p>
          <a:p>
            <a:pPr marL="342370" indent="-342900">
              <a:buFont typeface="Wingdings" pitchFamily="2" charset="2"/>
              <a:buChar char="q"/>
            </a:pPr>
            <a:r>
              <a:rPr lang="en-US" sz="2000"/>
              <a:t>Technical Summary &amp; Next Steps </a:t>
            </a:r>
          </a:p>
          <a:p>
            <a:pPr marL="342370" indent="-342900">
              <a:buFont typeface="Wingdings" pitchFamily="2" charset="2"/>
              <a:buChar char="q"/>
            </a:pPr>
            <a:endParaRPr lang="en-US" sz="2000"/>
          </a:p>
          <a:p>
            <a:pPr marL="342370" indent="-342900">
              <a:buFont typeface="Wingdings" pitchFamily="2" charset="2"/>
              <a:buChar char="q"/>
            </a:pPr>
            <a:endParaRPr lang="en-GB"/>
          </a:p>
        </p:txBody>
      </p:sp>
    </p:spTree>
    <p:extLst>
      <p:ext uri="{BB962C8B-B14F-4D97-AF65-F5344CB8AC3E}">
        <p14:creationId xmlns:p14="http://schemas.microsoft.com/office/powerpoint/2010/main" val="80415059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6C8C5C61-6B8E-4DCD-B261-C4F2B4D44C31}"/>
              </a:ext>
            </a:extLst>
          </p:cNvPr>
          <p:cNvSpPr/>
          <p:nvPr/>
        </p:nvSpPr>
        <p:spPr>
          <a:xfrm>
            <a:off x="7983448" y="-8495"/>
            <a:ext cx="4223656" cy="6874989"/>
          </a:xfrm>
          <a:prstGeom prst="rect">
            <a:avLst/>
          </a:prstGeom>
          <a:solidFill>
            <a:srgbClr val="FDE2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FFFFFF"/>
              </a:solidFill>
              <a:effectLst/>
              <a:uLnTx/>
              <a:uFillTx/>
              <a:latin typeface="ShellMedium"/>
              <a:ea typeface="+mn-ea"/>
              <a:cs typeface="+mn-cs"/>
            </a:endParaRPr>
          </a:p>
        </p:txBody>
      </p:sp>
      <p:graphicFrame>
        <p:nvGraphicFramePr>
          <p:cNvPr id="7" name="Table 6">
            <a:extLst>
              <a:ext uri="{FF2B5EF4-FFF2-40B4-BE49-F238E27FC236}">
                <a16:creationId xmlns:a16="http://schemas.microsoft.com/office/drawing/2014/main" id="{4CF5CE9E-39D2-441B-A2A0-14E61FFD054A}"/>
              </a:ext>
            </a:extLst>
          </p:cNvPr>
          <p:cNvGraphicFramePr>
            <a:graphicFrameLocks noGrp="1"/>
          </p:cNvGraphicFramePr>
          <p:nvPr/>
        </p:nvGraphicFramePr>
        <p:xfrm>
          <a:off x="564125" y="1500095"/>
          <a:ext cx="7266817" cy="4761530"/>
        </p:xfrm>
        <a:graphic>
          <a:graphicData uri="http://schemas.openxmlformats.org/drawingml/2006/table">
            <a:tbl>
              <a:tblPr firstRow="1" bandRow="1">
                <a:tableStyleId>{2D5ABB26-0587-4C30-8999-92F81FD0307C}</a:tableStyleId>
              </a:tblPr>
              <a:tblGrid>
                <a:gridCol w="3469638">
                  <a:extLst>
                    <a:ext uri="{9D8B030D-6E8A-4147-A177-3AD203B41FA5}">
                      <a16:colId xmlns:a16="http://schemas.microsoft.com/office/drawing/2014/main" val="20000"/>
                    </a:ext>
                  </a:extLst>
                </a:gridCol>
                <a:gridCol w="3797179">
                  <a:extLst>
                    <a:ext uri="{9D8B030D-6E8A-4147-A177-3AD203B41FA5}">
                      <a16:colId xmlns:a16="http://schemas.microsoft.com/office/drawing/2014/main" val="20001"/>
                    </a:ext>
                  </a:extLst>
                </a:gridCol>
              </a:tblGrid>
              <a:tr h="552855">
                <a:tc gridSpan="2">
                  <a:txBody>
                    <a:bodyPr/>
                    <a:lstStyle/>
                    <a:p>
                      <a:pPr marL="168275" indent="0" algn="ctr" defTabSz="1198563" fontAlgn="auto">
                        <a:spcBef>
                          <a:spcPts val="0"/>
                        </a:spcBef>
                        <a:spcAft>
                          <a:spcPts val="0"/>
                        </a:spcAft>
                      </a:pPr>
                      <a:endParaRPr lang="en-US" sz="1800">
                        <a:solidFill>
                          <a:srgbClr val="DD1D21"/>
                        </a:solidFill>
                        <a:latin typeface="+mn-lt"/>
                        <a:cs typeface="Futura Bold"/>
                      </a:endParaRPr>
                    </a:p>
                  </a:txBody>
                  <a:tcPr marL="1151700" marR="91416" marT="143963"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10000"/>
                  </a:ext>
                </a:extLst>
              </a:tr>
              <a:tr h="988620">
                <a:tc>
                  <a:txBody>
                    <a:bodyPr/>
                    <a:lstStyle/>
                    <a:p>
                      <a:pPr marL="0" lvl="1" indent="0"/>
                      <a:r>
                        <a:rPr lang="en-US" sz="1400">
                          <a:latin typeface="+mn-lt"/>
                        </a:rPr>
                        <a:t>Do not take this call while </a:t>
                      </a:r>
                      <a:br>
                        <a:rPr lang="en-US" sz="1400">
                          <a:latin typeface="+mn-lt"/>
                        </a:rPr>
                      </a:br>
                      <a:r>
                        <a:rPr lang="en-US" sz="1400">
                          <a:latin typeface="+mn-lt"/>
                        </a:rPr>
                        <a:t>driving, even when using </a:t>
                      </a:r>
                      <a:br>
                        <a:rPr lang="en-US" sz="1400">
                          <a:latin typeface="+mn-lt"/>
                        </a:rPr>
                      </a:br>
                      <a:r>
                        <a:rPr lang="en-US" sz="1400">
                          <a:latin typeface="+mn-lt"/>
                        </a:rPr>
                        <a:t>a headset or hands-free</a:t>
                      </a:r>
                      <a:endParaRPr lang="en-US" sz="1400">
                        <a:solidFill>
                          <a:srgbClr val="595959"/>
                        </a:solidFill>
                        <a:latin typeface="+mn-lt"/>
                      </a:endParaRPr>
                    </a:p>
                  </a:txBody>
                  <a:tcPr marL="1151700" marR="91416" marT="143963"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latin typeface="+mn-lt"/>
                        </a:rPr>
                        <a:t>Please ensure that  discussions are not overheard</a:t>
                      </a:r>
                      <a:endParaRPr lang="en-US" sz="1400">
                        <a:solidFill>
                          <a:srgbClr val="595959"/>
                        </a:solidFill>
                        <a:latin typeface="+mn-lt"/>
                      </a:endParaRPr>
                    </a:p>
                  </a:txBody>
                  <a:tcPr marL="1151700" marR="91416" marT="143963"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42815">
                <a:tc>
                  <a:txBody>
                    <a:bodyPr/>
                    <a:lstStyle/>
                    <a:p>
                      <a:pPr marL="0" marR="0" lvl="1" indent="0" algn="l" defTabSz="1219170" rtl="0" eaLnBrk="1" fontAlgn="auto" latinLnBrk="0" hangingPunct="1">
                        <a:lnSpc>
                          <a:spcPct val="100000"/>
                        </a:lnSpc>
                        <a:spcBef>
                          <a:spcPts val="0"/>
                        </a:spcBef>
                        <a:spcAft>
                          <a:spcPts val="0"/>
                        </a:spcAft>
                        <a:buClrTx/>
                        <a:buSzTx/>
                        <a:buFontTx/>
                        <a:buNone/>
                        <a:tabLst/>
                        <a:defRPr/>
                      </a:pPr>
                      <a:r>
                        <a:rPr lang="en-US" sz="1400">
                          <a:latin typeface="+mn-lt"/>
                        </a:rPr>
                        <a:t>Know the name of the building, room and floor number</a:t>
                      </a:r>
                    </a:p>
                    <a:p>
                      <a:pPr marL="0" lvl="1" indent="0"/>
                      <a:endParaRPr lang="en-US" sz="1400">
                        <a:solidFill>
                          <a:srgbClr val="595959"/>
                        </a:solidFill>
                        <a:latin typeface="+mn-lt"/>
                      </a:endParaRPr>
                    </a:p>
                  </a:txBody>
                  <a:tcPr marL="1151700" marR="91416" marT="143963"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1" indent="0"/>
                      <a:r>
                        <a:rPr lang="en-US" sz="1400">
                          <a:latin typeface="+mn-lt"/>
                        </a:rPr>
                        <a:t>Phone number for emergency </a:t>
                      </a:r>
                    </a:p>
                    <a:p>
                      <a:pPr marL="0" lvl="1" indent="0"/>
                      <a:r>
                        <a:rPr lang="en-US" sz="1400">
                          <a:latin typeface="+mn-lt"/>
                        </a:rPr>
                        <a:t>(often separate internal or external depending on seriousness)</a:t>
                      </a:r>
                    </a:p>
                  </a:txBody>
                  <a:tcPr marL="1151700" marR="91416" marT="143963"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988620">
                <a:tc>
                  <a:txBody>
                    <a:bodyPr/>
                    <a:lstStyle/>
                    <a:p>
                      <a:pPr marL="0" lvl="1" indent="0"/>
                      <a:r>
                        <a:rPr lang="en-US" sz="1400">
                          <a:latin typeface="+mn-lt"/>
                        </a:rPr>
                        <a:t>Be familiar with sound of the fire alarm</a:t>
                      </a:r>
                      <a:endParaRPr lang="en-US" sz="1400">
                        <a:solidFill>
                          <a:srgbClr val="595959"/>
                        </a:solidFill>
                        <a:latin typeface="+mn-lt"/>
                      </a:endParaRPr>
                    </a:p>
                  </a:txBody>
                  <a:tcPr marL="1151700" marR="91416" marT="143963"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latin typeface="+mn-lt"/>
                        </a:rPr>
                        <a:t>Location of nearest fire alarm, </a:t>
                      </a:r>
                    </a:p>
                    <a:p>
                      <a:r>
                        <a:rPr lang="en-US" sz="1400">
                          <a:latin typeface="+mn-lt"/>
                        </a:rPr>
                        <a:t>fire extinguisher, emergency </a:t>
                      </a:r>
                      <a:br>
                        <a:rPr lang="en-US" sz="1400">
                          <a:latin typeface="+mn-lt"/>
                        </a:rPr>
                      </a:br>
                      <a:r>
                        <a:rPr lang="en-US" sz="1400">
                          <a:latin typeface="+mn-lt"/>
                        </a:rPr>
                        <a:t>exits and muster points</a:t>
                      </a:r>
                      <a:endParaRPr lang="en-US" sz="1400">
                        <a:solidFill>
                          <a:srgbClr val="595959"/>
                        </a:solidFill>
                        <a:latin typeface="+mn-lt"/>
                      </a:endParaRPr>
                    </a:p>
                  </a:txBody>
                  <a:tcPr marL="1151700" marR="91416" marT="143963"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988620">
                <a:tc>
                  <a:txBody>
                    <a:bodyPr/>
                    <a:lstStyle/>
                    <a:p>
                      <a:pPr marL="0" lvl="1" indent="0"/>
                      <a:r>
                        <a:rPr lang="en-US" sz="1400">
                          <a:latin typeface="+mn-lt"/>
                        </a:rPr>
                        <a:t>When using a headset, ensure you are still able to hear the fire alarm</a:t>
                      </a:r>
                      <a:endParaRPr lang="en-US" sz="1400">
                        <a:solidFill>
                          <a:srgbClr val="595959"/>
                        </a:solidFill>
                        <a:latin typeface="+mn-lt"/>
                      </a:endParaRPr>
                    </a:p>
                  </a:txBody>
                  <a:tcPr marL="1151700" marR="91416" marT="143963"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latin typeface="+mn-lt"/>
                        </a:rPr>
                        <a:t>Location of first aid kit </a:t>
                      </a:r>
                      <a:br>
                        <a:rPr lang="en-US" sz="1400">
                          <a:latin typeface="+mn-lt"/>
                        </a:rPr>
                      </a:br>
                      <a:r>
                        <a:rPr lang="en-US" sz="1400">
                          <a:latin typeface="+mn-lt"/>
                        </a:rPr>
                        <a:t>and/or first aider</a:t>
                      </a:r>
                      <a:endParaRPr lang="en-US" sz="1400">
                        <a:solidFill>
                          <a:srgbClr val="595959"/>
                        </a:solidFill>
                        <a:latin typeface="+mn-lt"/>
                      </a:endParaRPr>
                    </a:p>
                  </a:txBody>
                  <a:tcPr marL="1151700" marR="91416" marT="143963" marB="4570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pic>
        <p:nvPicPr>
          <p:cNvPr id="10" name="Afbeelding 5">
            <a:extLst>
              <a:ext uri="{FF2B5EF4-FFF2-40B4-BE49-F238E27FC236}">
                <a16:creationId xmlns:a16="http://schemas.microsoft.com/office/drawing/2014/main" id="{3C573B36-2F38-4DCD-9F88-7E32AA4E5999}"/>
              </a:ext>
            </a:extLst>
          </p:cNvPr>
          <p:cNvPicPr>
            <a:picLocks noChangeAspect="1"/>
          </p:cNvPicPr>
          <p:nvPr/>
        </p:nvPicPr>
        <p:blipFill>
          <a:blip r:embed="rId3" cstate="email">
            <a:duotone>
              <a:prstClr val="black"/>
              <a:schemeClr val="tx2">
                <a:tint val="45000"/>
                <a:satMod val="400000"/>
              </a:schemeClr>
            </a:duotone>
          </a:blip>
          <a:stretch>
            <a:fillRect/>
          </a:stretch>
        </p:blipFill>
        <p:spPr>
          <a:xfrm>
            <a:off x="833889" y="2176846"/>
            <a:ext cx="768439" cy="768439"/>
          </a:xfrm>
          <a:prstGeom prst="rect">
            <a:avLst/>
          </a:prstGeom>
        </p:spPr>
      </p:pic>
      <p:pic>
        <p:nvPicPr>
          <p:cNvPr id="11" name="Afbeelding 33">
            <a:extLst>
              <a:ext uri="{FF2B5EF4-FFF2-40B4-BE49-F238E27FC236}">
                <a16:creationId xmlns:a16="http://schemas.microsoft.com/office/drawing/2014/main" id="{2408CBC3-5EA0-4ED2-839F-13228701D0E9}"/>
              </a:ext>
            </a:extLst>
          </p:cNvPr>
          <p:cNvPicPr>
            <a:picLocks noChangeAspect="1"/>
          </p:cNvPicPr>
          <p:nvPr/>
        </p:nvPicPr>
        <p:blipFill>
          <a:blip r:embed="rId4" cstate="email">
            <a:duotone>
              <a:prstClr val="black"/>
              <a:schemeClr val="tx2">
                <a:tint val="45000"/>
                <a:satMod val="400000"/>
              </a:schemeClr>
            </a:duotone>
          </a:blip>
          <a:stretch>
            <a:fillRect/>
          </a:stretch>
        </p:blipFill>
        <p:spPr>
          <a:xfrm>
            <a:off x="4003200" y="2136103"/>
            <a:ext cx="789132" cy="789132"/>
          </a:xfrm>
          <a:prstGeom prst="rect">
            <a:avLst/>
          </a:prstGeom>
        </p:spPr>
      </p:pic>
      <p:pic>
        <p:nvPicPr>
          <p:cNvPr id="12" name="Afbeelding 36">
            <a:extLst>
              <a:ext uri="{FF2B5EF4-FFF2-40B4-BE49-F238E27FC236}">
                <a16:creationId xmlns:a16="http://schemas.microsoft.com/office/drawing/2014/main" id="{80612752-3423-4AB8-81B1-5E4EB9A5B663}"/>
              </a:ext>
            </a:extLst>
          </p:cNvPr>
          <p:cNvPicPr>
            <a:picLocks noChangeAspect="1"/>
          </p:cNvPicPr>
          <p:nvPr/>
        </p:nvPicPr>
        <p:blipFill>
          <a:blip r:embed="rId5" cstate="email">
            <a:duotone>
              <a:prstClr val="black"/>
              <a:schemeClr val="tx2">
                <a:tint val="45000"/>
                <a:satMod val="400000"/>
              </a:schemeClr>
            </a:duotone>
          </a:blip>
          <a:stretch>
            <a:fillRect/>
          </a:stretch>
        </p:blipFill>
        <p:spPr>
          <a:xfrm>
            <a:off x="849410" y="3193603"/>
            <a:ext cx="760201" cy="727134"/>
          </a:xfrm>
          <a:prstGeom prst="rect">
            <a:avLst/>
          </a:prstGeom>
        </p:spPr>
      </p:pic>
      <p:grpSp>
        <p:nvGrpSpPr>
          <p:cNvPr id="149" name="Group 148"/>
          <p:cNvGrpSpPr/>
          <p:nvPr/>
        </p:nvGrpSpPr>
        <p:grpSpPr>
          <a:xfrm>
            <a:off x="4048727" y="4427024"/>
            <a:ext cx="717748" cy="719350"/>
            <a:chOff x="4048192" y="4427283"/>
            <a:chExt cx="717935" cy="719537"/>
          </a:xfrm>
        </p:grpSpPr>
        <p:pic>
          <p:nvPicPr>
            <p:cNvPr id="20" name="Afbeelding 43">
              <a:extLst>
                <a:ext uri="{FF2B5EF4-FFF2-40B4-BE49-F238E27FC236}">
                  <a16:creationId xmlns:a16="http://schemas.microsoft.com/office/drawing/2014/main" id="{97033F85-CDE4-4B08-8C46-8959ACB4DED1}"/>
                </a:ext>
              </a:extLst>
            </p:cNvPr>
            <p:cNvPicPr>
              <a:picLocks noChangeAspect="1"/>
            </p:cNvPicPr>
            <p:nvPr/>
          </p:nvPicPr>
          <p:blipFill>
            <a:blip r:embed="rId6" cstate="email">
              <a:duotone>
                <a:prstClr val="black"/>
                <a:schemeClr val="tx2">
                  <a:tint val="45000"/>
                  <a:satMod val="400000"/>
                </a:schemeClr>
              </a:duotone>
            </a:blip>
            <a:stretch>
              <a:fillRect/>
            </a:stretch>
          </p:blipFill>
          <p:spPr>
            <a:xfrm>
              <a:off x="4048192" y="4427283"/>
              <a:ext cx="335358" cy="332898"/>
            </a:xfrm>
            <a:prstGeom prst="rect">
              <a:avLst/>
            </a:prstGeom>
          </p:spPr>
        </p:pic>
        <p:pic>
          <p:nvPicPr>
            <p:cNvPr id="21" name="Afbeelding 44">
              <a:extLst>
                <a:ext uri="{FF2B5EF4-FFF2-40B4-BE49-F238E27FC236}">
                  <a16:creationId xmlns:a16="http://schemas.microsoft.com/office/drawing/2014/main" id="{2E09D0B4-A296-4144-911C-D703C479F28E}"/>
                </a:ext>
              </a:extLst>
            </p:cNvPr>
            <p:cNvPicPr>
              <a:picLocks noChangeAspect="1"/>
            </p:cNvPicPr>
            <p:nvPr/>
          </p:nvPicPr>
          <p:blipFill>
            <a:blip r:embed="rId7" cstate="email">
              <a:duotone>
                <a:prstClr val="black"/>
                <a:schemeClr val="tx2">
                  <a:tint val="45000"/>
                  <a:satMod val="400000"/>
                </a:schemeClr>
              </a:duotone>
            </a:blip>
            <a:stretch>
              <a:fillRect/>
            </a:stretch>
          </p:blipFill>
          <p:spPr>
            <a:xfrm>
              <a:off x="4430769" y="4427283"/>
              <a:ext cx="335358" cy="332898"/>
            </a:xfrm>
            <a:prstGeom prst="rect">
              <a:avLst/>
            </a:prstGeom>
          </p:spPr>
        </p:pic>
        <p:pic>
          <p:nvPicPr>
            <p:cNvPr id="22" name="Afbeelding 46">
              <a:extLst>
                <a:ext uri="{FF2B5EF4-FFF2-40B4-BE49-F238E27FC236}">
                  <a16:creationId xmlns:a16="http://schemas.microsoft.com/office/drawing/2014/main" id="{9911CB72-CCED-43A5-BEF8-457821AA24FF}"/>
                </a:ext>
              </a:extLst>
            </p:cNvPr>
            <p:cNvPicPr>
              <a:picLocks noChangeAspect="1"/>
            </p:cNvPicPr>
            <p:nvPr/>
          </p:nvPicPr>
          <p:blipFill>
            <a:blip r:embed="rId8" cstate="email">
              <a:duotone>
                <a:prstClr val="black"/>
                <a:schemeClr val="tx2">
                  <a:tint val="45000"/>
                  <a:satMod val="400000"/>
                </a:schemeClr>
              </a:duotone>
            </a:blip>
            <a:stretch>
              <a:fillRect/>
            </a:stretch>
          </p:blipFill>
          <p:spPr>
            <a:xfrm>
              <a:off x="4430769" y="4813922"/>
              <a:ext cx="335358" cy="332898"/>
            </a:xfrm>
            <a:prstGeom prst="rect">
              <a:avLst/>
            </a:prstGeom>
          </p:spPr>
        </p:pic>
      </p:grpSp>
      <p:pic>
        <p:nvPicPr>
          <p:cNvPr id="19" name="Afbeelding 49">
            <a:extLst>
              <a:ext uri="{FF2B5EF4-FFF2-40B4-BE49-F238E27FC236}">
                <a16:creationId xmlns:a16="http://schemas.microsoft.com/office/drawing/2014/main" id="{F468A338-220A-464A-8B82-F8851F1188F0}"/>
              </a:ext>
            </a:extLst>
          </p:cNvPr>
          <p:cNvPicPr>
            <a:picLocks noChangeAspect="1"/>
          </p:cNvPicPr>
          <p:nvPr/>
        </p:nvPicPr>
        <p:blipFill>
          <a:blip r:embed="rId9" cstate="email">
            <a:duotone>
              <a:prstClr val="black"/>
              <a:schemeClr val="tx2">
                <a:tint val="45000"/>
                <a:satMod val="400000"/>
              </a:schemeClr>
            </a:duotone>
          </a:blip>
          <a:stretch>
            <a:fillRect/>
          </a:stretch>
        </p:blipFill>
        <p:spPr>
          <a:xfrm>
            <a:off x="4048727" y="4813561"/>
            <a:ext cx="335270" cy="332811"/>
          </a:xfrm>
          <a:prstGeom prst="rect">
            <a:avLst/>
          </a:prstGeom>
        </p:spPr>
      </p:pic>
      <p:pic>
        <p:nvPicPr>
          <p:cNvPr id="14" name="Afbeelding 31">
            <a:extLst>
              <a:ext uri="{FF2B5EF4-FFF2-40B4-BE49-F238E27FC236}">
                <a16:creationId xmlns:a16="http://schemas.microsoft.com/office/drawing/2014/main" id="{B2521783-4261-43D9-9E1C-3354DA8854D5}"/>
              </a:ext>
            </a:extLst>
          </p:cNvPr>
          <p:cNvPicPr>
            <a:picLocks noChangeAspect="1"/>
          </p:cNvPicPr>
          <p:nvPr/>
        </p:nvPicPr>
        <p:blipFill>
          <a:blip r:embed="rId10" cstate="email">
            <a:duotone>
              <a:prstClr val="black"/>
              <a:schemeClr val="tx2">
                <a:tint val="45000"/>
                <a:satMod val="400000"/>
              </a:schemeClr>
            </a:duotone>
          </a:blip>
          <a:stretch>
            <a:fillRect/>
          </a:stretch>
        </p:blipFill>
        <p:spPr>
          <a:xfrm>
            <a:off x="876674" y="4431199"/>
            <a:ext cx="676940" cy="676940"/>
          </a:xfrm>
          <a:prstGeom prst="rect">
            <a:avLst/>
          </a:prstGeom>
        </p:spPr>
      </p:pic>
      <p:pic>
        <p:nvPicPr>
          <p:cNvPr id="15" name="Afbeelding 30">
            <a:extLst>
              <a:ext uri="{FF2B5EF4-FFF2-40B4-BE49-F238E27FC236}">
                <a16:creationId xmlns:a16="http://schemas.microsoft.com/office/drawing/2014/main" id="{2C164636-B636-407D-960A-ECCE9D8F7779}"/>
              </a:ext>
            </a:extLst>
          </p:cNvPr>
          <p:cNvPicPr>
            <a:picLocks noChangeAspect="1"/>
          </p:cNvPicPr>
          <p:nvPr/>
        </p:nvPicPr>
        <p:blipFill>
          <a:blip r:embed="rId11" cstate="email">
            <a:duotone>
              <a:prstClr val="black"/>
              <a:schemeClr val="tx2">
                <a:tint val="45000"/>
                <a:satMod val="400000"/>
              </a:schemeClr>
            </a:duotone>
          </a:blip>
          <a:stretch>
            <a:fillRect/>
          </a:stretch>
        </p:blipFill>
        <p:spPr>
          <a:xfrm>
            <a:off x="4043721" y="3266299"/>
            <a:ext cx="699912" cy="699912"/>
          </a:xfrm>
          <a:prstGeom prst="rect">
            <a:avLst/>
          </a:prstGeom>
        </p:spPr>
      </p:pic>
      <p:pic>
        <p:nvPicPr>
          <p:cNvPr id="16" name="Afbeelding 32">
            <a:extLst>
              <a:ext uri="{FF2B5EF4-FFF2-40B4-BE49-F238E27FC236}">
                <a16:creationId xmlns:a16="http://schemas.microsoft.com/office/drawing/2014/main" id="{41F4603A-B9A5-45B6-B523-2F952FA23D6F}"/>
              </a:ext>
            </a:extLst>
          </p:cNvPr>
          <p:cNvPicPr>
            <a:picLocks noChangeAspect="1"/>
          </p:cNvPicPr>
          <p:nvPr/>
        </p:nvPicPr>
        <p:blipFill>
          <a:blip r:embed="rId12" cstate="email">
            <a:duotone>
              <a:prstClr val="black"/>
              <a:schemeClr val="tx2">
                <a:tint val="45000"/>
                <a:satMod val="400000"/>
              </a:schemeClr>
            </a:duotone>
          </a:blip>
          <a:stretch>
            <a:fillRect/>
          </a:stretch>
        </p:blipFill>
        <p:spPr>
          <a:xfrm>
            <a:off x="876674" y="5401933"/>
            <a:ext cx="676940" cy="676940"/>
          </a:xfrm>
          <a:prstGeom prst="rect">
            <a:avLst/>
          </a:prstGeom>
        </p:spPr>
      </p:pic>
      <p:pic>
        <p:nvPicPr>
          <p:cNvPr id="17" name="Afbeelding 12">
            <a:extLst>
              <a:ext uri="{FF2B5EF4-FFF2-40B4-BE49-F238E27FC236}">
                <a16:creationId xmlns:a16="http://schemas.microsoft.com/office/drawing/2014/main" id="{9335FAFC-031D-494D-9C31-38F3FA5F065F}"/>
              </a:ext>
            </a:extLst>
          </p:cNvPr>
          <p:cNvPicPr>
            <a:picLocks noChangeAspect="1"/>
          </p:cNvPicPr>
          <p:nvPr/>
        </p:nvPicPr>
        <p:blipFill>
          <a:blip r:embed="rId13" cstate="email">
            <a:duotone>
              <a:prstClr val="black"/>
              <a:schemeClr val="tx2">
                <a:tint val="45000"/>
                <a:satMod val="400000"/>
              </a:schemeClr>
            </a:duotone>
          </a:blip>
          <a:stretch>
            <a:fillRect/>
          </a:stretch>
        </p:blipFill>
        <p:spPr>
          <a:xfrm>
            <a:off x="4061028" y="5393271"/>
            <a:ext cx="682607" cy="682607"/>
          </a:xfrm>
          <a:prstGeom prst="rect">
            <a:avLst/>
          </a:prstGeom>
        </p:spPr>
      </p:pic>
      <p:sp>
        <p:nvSpPr>
          <p:cNvPr id="23" name="Rectangle 22">
            <a:extLst>
              <a:ext uri="{FF2B5EF4-FFF2-40B4-BE49-F238E27FC236}">
                <a16:creationId xmlns:a16="http://schemas.microsoft.com/office/drawing/2014/main" id="{7D861183-B12C-41C4-969A-2CF16D4663CA}"/>
              </a:ext>
            </a:extLst>
          </p:cNvPr>
          <p:cNvSpPr/>
          <p:nvPr/>
        </p:nvSpPr>
        <p:spPr>
          <a:xfrm>
            <a:off x="227384" y="1447510"/>
            <a:ext cx="7603561" cy="400006"/>
          </a:xfrm>
          <a:prstGeom prst="rect">
            <a:avLst/>
          </a:prstGeom>
        </p:spPr>
        <p:txBody>
          <a:bodyPr wrap="square">
            <a:spAutoFit/>
          </a:bodyPr>
          <a:lstStyle/>
          <a:p>
            <a:pPr marL="168225" marR="0" lvl="0" indent="0" algn="ctr" defTabSz="1198203" rtl="0" eaLnBrk="1" fontAlgn="auto" latinLnBrk="0" hangingPunct="1">
              <a:lnSpc>
                <a:spcPct val="100000"/>
              </a:lnSpc>
              <a:spcBef>
                <a:spcPts val="0"/>
              </a:spcBef>
              <a:spcAft>
                <a:spcPts val="0"/>
              </a:spcAft>
              <a:buClrTx/>
              <a:buSzTx/>
              <a:buFontTx/>
              <a:buNone/>
              <a:tabLst/>
              <a:defRPr/>
            </a:pPr>
            <a:r>
              <a:rPr kumimoji="0" lang="en-US" sz="1999" b="0" i="0" u="none" strike="noStrike" kern="1200" cap="none" spc="0" normalizeH="0" baseline="0" noProof="0">
                <a:ln>
                  <a:noFill/>
                </a:ln>
                <a:solidFill>
                  <a:srgbClr val="DD1D21"/>
                </a:solidFill>
                <a:effectLst/>
                <a:uLnTx/>
                <a:uFillTx/>
                <a:latin typeface="ShellMedium"/>
                <a:ea typeface="+mn-ea"/>
                <a:cs typeface="+mn-cs"/>
              </a:rPr>
              <a:t>PLEASE REVIEW THE FOLLOWING FOR YOUR LOCATION</a:t>
            </a:r>
            <a:endParaRPr kumimoji="0" lang="en-US" sz="1999" b="0" i="0" u="none" strike="noStrike" kern="1200" cap="none" spc="0" normalizeH="0" baseline="0" noProof="0">
              <a:ln>
                <a:noFill/>
              </a:ln>
              <a:solidFill>
                <a:srgbClr val="DD1D21"/>
              </a:solidFill>
              <a:effectLst/>
              <a:uLnTx/>
              <a:uFillTx/>
              <a:latin typeface="ShellMedium"/>
              <a:ea typeface="+mn-ea"/>
              <a:cs typeface="Futura Bold"/>
            </a:endParaRPr>
          </a:p>
        </p:txBody>
      </p:sp>
      <p:cxnSp>
        <p:nvCxnSpPr>
          <p:cNvPr id="25" name="Straight Connector 24">
            <a:extLst>
              <a:ext uri="{FF2B5EF4-FFF2-40B4-BE49-F238E27FC236}">
                <a16:creationId xmlns:a16="http://schemas.microsoft.com/office/drawing/2014/main" id="{198D496A-92C9-4D2E-8541-72488D90F8A3}"/>
              </a:ext>
            </a:extLst>
          </p:cNvPr>
          <p:cNvCxnSpPr>
            <a:cxnSpLocks/>
          </p:cNvCxnSpPr>
          <p:nvPr/>
        </p:nvCxnSpPr>
        <p:spPr>
          <a:xfrm flipV="1">
            <a:off x="434556" y="1908323"/>
            <a:ext cx="7266818" cy="1827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BEC31B8-58E5-4615-82B2-0B562118D2AF}"/>
              </a:ext>
            </a:extLst>
          </p:cNvPr>
          <p:cNvSpPr/>
          <p:nvPr/>
        </p:nvSpPr>
        <p:spPr>
          <a:xfrm>
            <a:off x="520932" y="506370"/>
            <a:ext cx="1199647" cy="752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FFFFFF"/>
              </a:solidFill>
              <a:effectLst/>
              <a:uLnTx/>
              <a:uFillTx/>
              <a:latin typeface="ShellMedium"/>
              <a:ea typeface="+mn-ea"/>
              <a:cs typeface="+mn-cs"/>
            </a:endParaRPr>
          </a:p>
        </p:txBody>
      </p:sp>
      <p:sp>
        <p:nvSpPr>
          <p:cNvPr id="2" name="Title 1">
            <a:extLst>
              <a:ext uri="{FF2B5EF4-FFF2-40B4-BE49-F238E27FC236}">
                <a16:creationId xmlns:a16="http://schemas.microsoft.com/office/drawing/2014/main" id="{A5F48B6A-50F6-466A-8A84-AAAF3BDDD257}"/>
              </a:ext>
            </a:extLst>
          </p:cNvPr>
          <p:cNvSpPr>
            <a:spLocks noGrp="1"/>
          </p:cNvSpPr>
          <p:nvPr>
            <p:ph type="title"/>
          </p:nvPr>
        </p:nvSpPr>
        <p:spPr/>
        <p:txBody>
          <a:bodyPr/>
          <a:lstStyle/>
          <a:p>
            <a:r>
              <a:rPr lang="en-GB"/>
              <a:t>SAFETY FIRST</a:t>
            </a:r>
          </a:p>
        </p:txBody>
      </p:sp>
      <p:sp>
        <p:nvSpPr>
          <p:cNvPr id="28" name="Rectangle 27">
            <a:extLst>
              <a:ext uri="{FF2B5EF4-FFF2-40B4-BE49-F238E27FC236}">
                <a16:creationId xmlns:a16="http://schemas.microsoft.com/office/drawing/2014/main" id="{EDF376AE-B38E-4F9A-8F24-A66AB72A4F74}"/>
              </a:ext>
            </a:extLst>
          </p:cNvPr>
          <p:cNvSpPr/>
          <p:nvPr/>
        </p:nvSpPr>
        <p:spPr>
          <a:xfrm>
            <a:off x="8660339" y="1427692"/>
            <a:ext cx="3219612" cy="4856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0" i="0" u="none" strike="noStrike" kern="1200" cap="none" spc="0" normalizeH="0" baseline="0" noProof="0">
                <a:ln>
                  <a:noFill/>
                </a:ln>
                <a:solidFill>
                  <a:srgbClr val="DD1D21"/>
                </a:solidFill>
                <a:effectLst/>
                <a:uLnTx/>
                <a:uFillTx/>
                <a:latin typeface="ShellMedium"/>
                <a:ea typeface="+mn-ea"/>
                <a:cs typeface="Arial" panose="020B0604020202020204" pitchFamily="34" charset="0"/>
              </a:rPr>
              <a:t>VIRTUAL MEETING REMINDERS</a:t>
            </a:r>
          </a:p>
        </p:txBody>
      </p:sp>
      <p:grpSp>
        <p:nvGrpSpPr>
          <p:cNvPr id="245" name="Group 244"/>
          <p:cNvGrpSpPr/>
          <p:nvPr/>
        </p:nvGrpSpPr>
        <p:grpSpPr>
          <a:xfrm>
            <a:off x="8279776" y="2410959"/>
            <a:ext cx="3542138" cy="2216549"/>
            <a:chOff x="8280345" y="2410694"/>
            <a:chExt cx="3543060" cy="2217126"/>
          </a:xfrm>
        </p:grpSpPr>
        <p:sp>
          <p:nvSpPr>
            <p:cNvPr id="31" name="Content Placeholder 2">
              <a:extLst>
                <a:ext uri="{FF2B5EF4-FFF2-40B4-BE49-F238E27FC236}">
                  <a16:creationId xmlns:a16="http://schemas.microsoft.com/office/drawing/2014/main" id="{FD0AC434-A3A4-45B5-9A79-87B63C7FDE85}"/>
                </a:ext>
              </a:extLst>
            </p:cNvPr>
            <p:cNvSpPr txBox="1">
              <a:spLocks/>
            </p:cNvSpPr>
            <p:nvPr/>
          </p:nvSpPr>
          <p:spPr bwMode="auto">
            <a:xfrm>
              <a:off x="9068198" y="2410694"/>
              <a:ext cx="2755207" cy="800490"/>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marL="0" marR="0" lvl="0" indent="0" algn="l" defTabSz="268208" rtl="0" eaLnBrk="1" fontAlgn="auto" latinLnBrk="0" hangingPunct="1">
                <a:lnSpc>
                  <a:spcPct val="100000"/>
                </a:lnSpc>
                <a:spcBef>
                  <a:spcPts val="0"/>
                </a:spcBef>
                <a:spcAft>
                  <a:spcPts val="600"/>
                </a:spcAft>
                <a:buClr>
                  <a:srgbClr val="D42E12"/>
                </a:buClr>
                <a:buSzPct val="85000"/>
                <a:buFontTx/>
                <a:buNone/>
                <a:tabLst/>
                <a:defRPr/>
              </a:pPr>
              <a:r>
                <a:rPr kumimoji="0" lang="en-US" sz="14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rPr>
                <a:t>Keep your microphones on mute unless you would like to ask a question during the Q&amp;A.</a:t>
              </a:r>
            </a:p>
            <a:p>
              <a:pPr marL="0" marR="0" lvl="0" indent="0" algn="l" defTabSz="268208" rtl="0" eaLnBrk="1" fontAlgn="auto" latinLnBrk="0" hangingPunct="1">
                <a:lnSpc>
                  <a:spcPct val="100000"/>
                </a:lnSpc>
                <a:spcBef>
                  <a:spcPts val="0"/>
                </a:spcBef>
                <a:spcAft>
                  <a:spcPts val="600"/>
                </a:spcAft>
                <a:buClr>
                  <a:srgbClr val="D42E12"/>
                </a:buClr>
                <a:buSzPct val="85000"/>
                <a:buFontTx/>
                <a:buNone/>
                <a:tabLst/>
                <a:defRPr/>
              </a:pPr>
              <a:endParaRPr kumimoji="0" lang="en-US" sz="14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a:p>
              <a:pPr marL="0" marR="0" lvl="0" indent="0" algn="l" defTabSz="268208" rtl="0" eaLnBrk="1" fontAlgn="auto" latinLnBrk="0" hangingPunct="1">
                <a:lnSpc>
                  <a:spcPct val="100000"/>
                </a:lnSpc>
                <a:spcBef>
                  <a:spcPts val="0"/>
                </a:spcBef>
                <a:spcAft>
                  <a:spcPts val="600"/>
                </a:spcAft>
                <a:buClr>
                  <a:srgbClr val="D42E12"/>
                </a:buClr>
                <a:buSzPct val="85000"/>
                <a:buFontTx/>
                <a:buNone/>
                <a:tabLst/>
                <a:defRPr/>
              </a:pPr>
              <a:r>
                <a:rPr kumimoji="0" lang="en-US" sz="14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rPr>
                <a:t>You may submit questions at any time by typing a question in the chat box.</a:t>
              </a:r>
            </a:p>
            <a:p>
              <a:pPr marL="0" marR="0" lvl="0" indent="0" algn="l" defTabSz="268208" rtl="0" eaLnBrk="1" fontAlgn="auto" latinLnBrk="0" hangingPunct="1">
                <a:lnSpc>
                  <a:spcPct val="100000"/>
                </a:lnSpc>
                <a:spcBef>
                  <a:spcPts val="0"/>
                </a:spcBef>
                <a:spcAft>
                  <a:spcPts val="600"/>
                </a:spcAft>
                <a:buClr>
                  <a:srgbClr val="D42E12"/>
                </a:buClr>
                <a:buSzPct val="85000"/>
                <a:buFontTx/>
                <a:buNone/>
                <a:tabLst/>
                <a:defRPr/>
              </a:pPr>
              <a:endParaRPr kumimoji="0" lang="en-US" sz="14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a:p>
              <a:pPr marL="0" marR="0" lvl="0" indent="0" algn="l" defTabSz="268208" rtl="0" eaLnBrk="1" fontAlgn="auto" latinLnBrk="0" hangingPunct="1">
                <a:lnSpc>
                  <a:spcPct val="100000"/>
                </a:lnSpc>
                <a:spcBef>
                  <a:spcPts val="0"/>
                </a:spcBef>
                <a:spcAft>
                  <a:spcPts val="600"/>
                </a:spcAft>
                <a:buClr>
                  <a:srgbClr val="D42E12"/>
                </a:buClr>
                <a:buSzPct val="85000"/>
                <a:buFontTx/>
                <a:buNone/>
                <a:tabLst/>
                <a:defRPr/>
              </a:pPr>
              <a:r>
                <a:rPr kumimoji="0" lang="en-US" sz="14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rPr>
                <a:t>Please close all other applications  to maintain focus.</a:t>
              </a:r>
            </a:p>
          </p:txBody>
        </p:sp>
        <p:pic>
          <p:nvPicPr>
            <p:cNvPr id="35" name="Picture 2">
              <a:extLst>
                <a:ext uri="{FF2B5EF4-FFF2-40B4-BE49-F238E27FC236}">
                  <a16:creationId xmlns:a16="http://schemas.microsoft.com/office/drawing/2014/main" id="{4FE612AB-2985-4DF2-809A-028B89B35BDE}"/>
                </a:ext>
              </a:extLst>
            </p:cNvPr>
            <p:cNvPicPr>
              <a:picLocks noChangeAspect="1" noChangeArrowheads="1"/>
            </p:cNvPicPr>
            <p:nvPr/>
          </p:nvPicPr>
          <p:blipFill>
            <a:blip r:embed="rId14">
              <a:grayscl/>
              <a:extLst>
                <a:ext uri="{28A0092B-C50C-407E-A947-70E740481C1C}">
                  <a14:useLocalDpi xmlns:a14="http://schemas.microsoft.com/office/drawing/2010/main" val="0"/>
                </a:ext>
              </a:extLst>
            </a:blip>
            <a:srcRect/>
            <a:stretch>
              <a:fillRect/>
            </a:stretch>
          </p:blipFill>
          <p:spPr bwMode="auto">
            <a:xfrm>
              <a:off x="8335133" y="3320633"/>
              <a:ext cx="561182" cy="527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4">
              <a:extLst>
                <a:ext uri="{FF2B5EF4-FFF2-40B4-BE49-F238E27FC236}">
                  <a16:creationId xmlns:a16="http://schemas.microsoft.com/office/drawing/2014/main" id="{4519985B-6937-4C89-AAB6-418A368C6A6D}"/>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467599" y="4229433"/>
              <a:ext cx="390371" cy="39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7" name="Group 5">
              <a:extLst>
                <a:ext uri="{FF2B5EF4-FFF2-40B4-BE49-F238E27FC236}">
                  <a16:creationId xmlns:a16="http://schemas.microsoft.com/office/drawing/2014/main" id="{3C03685F-0CBE-4D8D-A563-6739A6F9283D}"/>
                </a:ext>
              </a:extLst>
            </p:cNvPr>
            <p:cNvGrpSpPr>
              <a:grpSpLocks noChangeAspect="1"/>
            </p:cNvGrpSpPr>
            <p:nvPr/>
          </p:nvGrpSpPr>
          <p:grpSpPr bwMode="auto">
            <a:xfrm>
              <a:off x="8280345" y="2454342"/>
              <a:ext cx="509607" cy="574760"/>
              <a:chOff x="1732" y="636"/>
              <a:chExt cx="2294" cy="3047"/>
            </a:xfrm>
          </p:grpSpPr>
          <p:sp>
            <p:nvSpPr>
              <p:cNvPr id="38" name="Freeform 6">
                <a:extLst>
                  <a:ext uri="{FF2B5EF4-FFF2-40B4-BE49-F238E27FC236}">
                    <a16:creationId xmlns:a16="http://schemas.microsoft.com/office/drawing/2014/main" id="{18FE6FB4-6E0B-4065-BF69-9D4910FAFA2D}"/>
                  </a:ext>
                </a:extLst>
              </p:cNvPr>
              <p:cNvSpPr>
                <a:spLocks/>
              </p:cNvSpPr>
              <p:nvPr/>
            </p:nvSpPr>
            <p:spPr bwMode="auto">
              <a:xfrm>
                <a:off x="1786" y="2646"/>
                <a:ext cx="985" cy="1037"/>
              </a:xfrm>
              <a:custGeom>
                <a:avLst/>
                <a:gdLst>
                  <a:gd name="T0" fmla="*/ 17 w 417"/>
                  <a:gd name="T1" fmla="*/ 439 h 439"/>
                  <a:gd name="T2" fmla="*/ 5 w 417"/>
                  <a:gd name="T3" fmla="*/ 434 h 439"/>
                  <a:gd name="T4" fmla="*/ 0 w 417"/>
                  <a:gd name="T5" fmla="*/ 423 h 439"/>
                  <a:gd name="T6" fmla="*/ 5 w 417"/>
                  <a:gd name="T7" fmla="*/ 411 h 439"/>
                  <a:gd name="T8" fmla="*/ 388 w 417"/>
                  <a:gd name="T9" fmla="*/ 6 h 439"/>
                  <a:gd name="T10" fmla="*/ 411 w 417"/>
                  <a:gd name="T11" fmla="*/ 6 h 439"/>
                  <a:gd name="T12" fmla="*/ 417 w 417"/>
                  <a:gd name="T13" fmla="*/ 17 h 439"/>
                  <a:gd name="T14" fmla="*/ 412 w 417"/>
                  <a:gd name="T15" fmla="*/ 29 h 439"/>
                  <a:gd name="T16" fmla="*/ 29 w 417"/>
                  <a:gd name="T17" fmla="*/ 434 h 439"/>
                  <a:gd name="T18" fmla="*/ 17 w 417"/>
                  <a:gd name="T19" fmla="*/ 439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 h="439">
                    <a:moveTo>
                      <a:pt x="17" y="439"/>
                    </a:moveTo>
                    <a:cubicBezTo>
                      <a:pt x="13" y="439"/>
                      <a:pt x="9" y="437"/>
                      <a:pt x="5" y="434"/>
                    </a:cubicBezTo>
                    <a:cubicBezTo>
                      <a:pt x="2" y="431"/>
                      <a:pt x="0" y="427"/>
                      <a:pt x="0" y="423"/>
                    </a:cubicBezTo>
                    <a:cubicBezTo>
                      <a:pt x="0" y="418"/>
                      <a:pt x="2" y="414"/>
                      <a:pt x="5" y="411"/>
                    </a:cubicBezTo>
                    <a:cubicBezTo>
                      <a:pt x="388" y="6"/>
                      <a:pt x="388" y="6"/>
                      <a:pt x="388" y="6"/>
                    </a:cubicBezTo>
                    <a:cubicBezTo>
                      <a:pt x="394" y="0"/>
                      <a:pt x="405" y="0"/>
                      <a:pt x="411" y="6"/>
                    </a:cubicBezTo>
                    <a:cubicBezTo>
                      <a:pt x="415" y="9"/>
                      <a:pt x="416" y="13"/>
                      <a:pt x="417" y="17"/>
                    </a:cubicBezTo>
                    <a:cubicBezTo>
                      <a:pt x="417" y="22"/>
                      <a:pt x="415" y="26"/>
                      <a:pt x="412" y="29"/>
                    </a:cubicBezTo>
                    <a:cubicBezTo>
                      <a:pt x="29" y="434"/>
                      <a:pt x="29" y="434"/>
                      <a:pt x="29" y="434"/>
                    </a:cubicBezTo>
                    <a:cubicBezTo>
                      <a:pt x="26" y="437"/>
                      <a:pt x="21" y="439"/>
                      <a:pt x="17" y="439"/>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sp>
            <p:nvSpPr>
              <p:cNvPr id="39" name="Freeform 7">
                <a:extLst>
                  <a:ext uri="{FF2B5EF4-FFF2-40B4-BE49-F238E27FC236}">
                    <a16:creationId xmlns:a16="http://schemas.microsoft.com/office/drawing/2014/main" id="{E25ACD0D-4E62-4C30-89C2-29EA74F19CC5}"/>
                  </a:ext>
                </a:extLst>
              </p:cNvPr>
              <p:cNvSpPr>
                <a:spLocks/>
              </p:cNvSpPr>
              <p:nvPr/>
            </p:nvSpPr>
            <p:spPr bwMode="auto">
              <a:xfrm>
                <a:off x="1732" y="2681"/>
                <a:ext cx="652" cy="673"/>
              </a:xfrm>
              <a:custGeom>
                <a:avLst/>
                <a:gdLst>
                  <a:gd name="T0" fmla="*/ 100 w 276"/>
                  <a:gd name="T1" fmla="*/ 285 h 285"/>
                  <a:gd name="T2" fmla="*/ 16 w 276"/>
                  <a:gd name="T3" fmla="*/ 285 h 285"/>
                  <a:gd name="T4" fmla="*/ 0 w 276"/>
                  <a:gd name="T5" fmla="*/ 269 h 285"/>
                  <a:gd name="T6" fmla="*/ 0 w 276"/>
                  <a:gd name="T7" fmla="*/ 152 h 285"/>
                  <a:gd name="T8" fmla="*/ 16 w 276"/>
                  <a:gd name="T9" fmla="*/ 136 h 285"/>
                  <a:gd name="T10" fmla="*/ 105 w 276"/>
                  <a:gd name="T11" fmla="*/ 136 h 285"/>
                  <a:gd name="T12" fmla="*/ 250 w 276"/>
                  <a:gd name="T13" fmla="*/ 5 h 285"/>
                  <a:gd name="T14" fmla="*/ 267 w 276"/>
                  <a:gd name="T15" fmla="*/ 2 h 285"/>
                  <a:gd name="T16" fmla="*/ 276 w 276"/>
                  <a:gd name="T17" fmla="*/ 17 h 285"/>
                  <a:gd name="T18" fmla="*/ 276 w 276"/>
                  <a:gd name="T19" fmla="*/ 109 h 285"/>
                  <a:gd name="T20" fmla="*/ 260 w 276"/>
                  <a:gd name="T21" fmla="*/ 125 h 285"/>
                  <a:gd name="T22" fmla="*/ 244 w 276"/>
                  <a:gd name="T23" fmla="*/ 109 h 285"/>
                  <a:gd name="T24" fmla="*/ 244 w 276"/>
                  <a:gd name="T25" fmla="*/ 53 h 285"/>
                  <a:gd name="T26" fmla="*/ 122 w 276"/>
                  <a:gd name="T27" fmla="*/ 164 h 285"/>
                  <a:gd name="T28" fmla="*/ 111 w 276"/>
                  <a:gd name="T29" fmla="*/ 168 h 285"/>
                  <a:gd name="T30" fmla="*/ 32 w 276"/>
                  <a:gd name="T31" fmla="*/ 168 h 285"/>
                  <a:gd name="T32" fmla="*/ 32 w 276"/>
                  <a:gd name="T33" fmla="*/ 253 h 285"/>
                  <a:gd name="T34" fmla="*/ 100 w 276"/>
                  <a:gd name="T35" fmla="*/ 253 h 285"/>
                  <a:gd name="T36" fmla="*/ 116 w 276"/>
                  <a:gd name="T37" fmla="*/ 269 h 285"/>
                  <a:gd name="T38" fmla="*/ 100 w 276"/>
                  <a:gd name="T39"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6" h="285">
                    <a:moveTo>
                      <a:pt x="100" y="285"/>
                    </a:moveTo>
                    <a:cubicBezTo>
                      <a:pt x="16" y="285"/>
                      <a:pt x="16" y="285"/>
                      <a:pt x="16" y="285"/>
                    </a:cubicBezTo>
                    <a:cubicBezTo>
                      <a:pt x="7" y="285"/>
                      <a:pt x="0" y="278"/>
                      <a:pt x="0" y="269"/>
                    </a:cubicBezTo>
                    <a:cubicBezTo>
                      <a:pt x="0" y="152"/>
                      <a:pt x="0" y="152"/>
                      <a:pt x="0" y="152"/>
                    </a:cubicBezTo>
                    <a:cubicBezTo>
                      <a:pt x="0" y="143"/>
                      <a:pt x="7" y="136"/>
                      <a:pt x="16" y="136"/>
                    </a:cubicBezTo>
                    <a:cubicBezTo>
                      <a:pt x="105" y="136"/>
                      <a:pt x="105" y="136"/>
                      <a:pt x="105" y="136"/>
                    </a:cubicBezTo>
                    <a:cubicBezTo>
                      <a:pt x="250" y="5"/>
                      <a:pt x="250" y="5"/>
                      <a:pt x="250" y="5"/>
                    </a:cubicBezTo>
                    <a:cubicBezTo>
                      <a:pt x="254" y="1"/>
                      <a:pt x="261" y="0"/>
                      <a:pt x="267" y="2"/>
                    </a:cubicBezTo>
                    <a:cubicBezTo>
                      <a:pt x="273" y="5"/>
                      <a:pt x="276" y="10"/>
                      <a:pt x="276" y="17"/>
                    </a:cubicBezTo>
                    <a:cubicBezTo>
                      <a:pt x="276" y="109"/>
                      <a:pt x="276" y="109"/>
                      <a:pt x="276" y="109"/>
                    </a:cubicBezTo>
                    <a:cubicBezTo>
                      <a:pt x="276" y="118"/>
                      <a:pt x="269" y="125"/>
                      <a:pt x="260" y="125"/>
                    </a:cubicBezTo>
                    <a:cubicBezTo>
                      <a:pt x="252" y="125"/>
                      <a:pt x="244" y="118"/>
                      <a:pt x="244" y="109"/>
                    </a:cubicBezTo>
                    <a:cubicBezTo>
                      <a:pt x="244" y="53"/>
                      <a:pt x="244" y="53"/>
                      <a:pt x="244" y="53"/>
                    </a:cubicBezTo>
                    <a:cubicBezTo>
                      <a:pt x="122" y="164"/>
                      <a:pt x="122" y="164"/>
                      <a:pt x="122" y="164"/>
                    </a:cubicBezTo>
                    <a:cubicBezTo>
                      <a:pt x="119" y="167"/>
                      <a:pt x="115" y="168"/>
                      <a:pt x="111" y="168"/>
                    </a:cubicBezTo>
                    <a:cubicBezTo>
                      <a:pt x="32" y="168"/>
                      <a:pt x="32" y="168"/>
                      <a:pt x="32" y="168"/>
                    </a:cubicBezTo>
                    <a:cubicBezTo>
                      <a:pt x="32" y="253"/>
                      <a:pt x="32" y="253"/>
                      <a:pt x="32" y="253"/>
                    </a:cubicBezTo>
                    <a:cubicBezTo>
                      <a:pt x="100" y="253"/>
                      <a:pt x="100" y="253"/>
                      <a:pt x="100" y="253"/>
                    </a:cubicBezTo>
                    <a:cubicBezTo>
                      <a:pt x="109" y="253"/>
                      <a:pt x="116" y="261"/>
                      <a:pt x="116" y="269"/>
                    </a:cubicBezTo>
                    <a:cubicBezTo>
                      <a:pt x="116" y="278"/>
                      <a:pt x="109" y="285"/>
                      <a:pt x="100" y="285"/>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sp>
            <p:nvSpPr>
              <p:cNvPr id="40" name="Freeform 8">
                <a:extLst>
                  <a:ext uri="{FF2B5EF4-FFF2-40B4-BE49-F238E27FC236}">
                    <a16:creationId xmlns:a16="http://schemas.microsoft.com/office/drawing/2014/main" id="{89D52227-DA2E-45C1-81E2-E1CE8F0F6BA0}"/>
                  </a:ext>
                </a:extLst>
              </p:cNvPr>
              <p:cNvSpPr>
                <a:spLocks/>
              </p:cNvSpPr>
              <p:nvPr/>
            </p:nvSpPr>
            <p:spPr bwMode="auto">
              <a:xfrm>
                <a:off x="2129" y="3206"/>
                <a:ext cx="255" cy="448"/>
              </a:xfrm>
              <a:custGeom>
                <a:avLst/>
                <a:gdLst>
                  <a:gd name="T0" fmla="*/ 92 w 108"/>
                  <a:gd name="T1" fmla="*/ 190 h 190"/>
                  <a:gd name="T2" fmla="*/ 82 w 108"/>
                  <a:gd name="T3" fmla="*/ 186 h 190"/>
                  <a:gd name="T4" fmla="*/ 8 w 108"/>
                  <a:gd name="T5" fmla="*/ 123 h 190"/>
                  <a:gd name="T6" fmla="*/ 6 w 108"/>
                  <a:gd name="T7" fmla="*/ 101 h 190"/>
                  <a:gd name="T8" fmla="*/ 28 w 108"/>
                  <a:gd name="T9" fmla="*/ 99 h 190"/>
                  <a:gd name="T10" fmla="*/ 76 w 108"/>
                  <a:gd name="T11" fmla="*/ 139 h 190"/>
                  <a:gd name="T12" fmla="*/ 76 w 108"/>
                  <a:gd name="T13" fmla="*/ 16 h 190"/>
                  <a:gd name="T14" fmla="*/ 92 w 108"/>
                  <a:gd name="T15" fmla="*/ 0 h 190"/>
                  <a:gd name="T16" fmla="*/ 108 w 108"/>
                  <a:gd name="T17" fmla="*/ 16 h 190"/>
                  <a:gd name="T18" fmla="*/ 108 w 108"/>
                  <a:gd name="T19" fmla="*/ 174 h 190"/>
                  <a:gd name="T20" fmla="*/ 99 w 108"/>
                  <a:gd name="T21" fmla="*/ 188 h 190"/>
                  <a:gd name="T22" fmla="*/ 92 w 108"/>
                  <a:gd name="T23" fmla="*/ 1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90">
                    <a:moveTo>
                      <a:pt x="92" y="190"/>
                    </a:moveTo>
                    <a:cubicBezTo>
                      <a:pt x="89" y="190"/>
                      <a:pt x="85" y="188"/>
                      <a:pt x="82" y="186"/>
                    </a:cubicBezTo>
                    <a:cubicBezTo>
                      <a:pt x="8" y="123"/>
                      <a:pt x="8" y="123"/>
                      <a:pt x="8" y="123"/>
                    </a:cubicBezTo>
                    <a:cubicBezTo>
                      <a:pt x="1" y="118"/>
                      <a:pt x="0" y="108"/>
                      <a:pt x="6" y="101"/>
                    </a:cubicBezTo>
                    <a:cubicBezTo>
                      <a:pt x="11" y="94"/>
                      <a:pt x="21" y="93"/>
                      <a:pt x="28" y="99"/>
                    </a:cubicBezTo>
                    <a:cubicBezTo>
                      <a:pt x="76" y="139"/>
                      <a:pt x="76" y="139"/>
                      <a:pt x="76" y="139"/>
                    </a:cubicBezTo>
                    <a:cubicBezTo>
                      <a:pt x="76" y="16"/>
                      <a:pt x="76" y="16"/>
                      <a:pt x="76" y="16"/>
                    </a:cubicBezTo>
                    <a:cubicBezTo>
                      <a:pt x="76" y="7"/>
                      <a:pt x="84" y="0"/>
                      <a:pt x="92" y="0"/>
                    </a:cubicBezTo>
                    <a:cubicBezTo>
                      <a:pt x="101" y="0"/>
                      <a:pt x="108" y="7"/>
                      <a:pt x="108" y="16"/>
                    </a:cubicBezTo>
                    <a:cubicBezTo>
                      <a:pt x="108" y="174"/>
                      <a:pt x="108" y="174"/>
                      <a:pt x="108" y="174"/>
                    </a:cubicBezTo>
                    <a:cubicBezTo>
                      <a:pt x="108" y="180"/>
                      <a:pt x="105" y="185"/>
                      <a:pt x="99" y="188"/>
                    </a:cubicBezTo>
                    <a:cubicBezTo>
                      <a:pt x="97" y="189"/>
                      <a:pt x="95" y="190"/>
                      <a:pt x="92" y="190"/>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sp>
            <p:nvSpPr>
              <p:cNvPr id="41" name="Oval 9">
                <a:extLst>
                  <a:ext uri="{FF2B5EF4-FFF2-40B4-BE49-F238E27FC236}">
                    <a16:creationId xmlns:a16="http://schemas.microsoft.com/office/drawing/2014/main" id="{9C565AFA-7C98-495A-BCB9-D14E9A567C9A}"/>
                  </a:ext>
                </a:extLst>
              </p:cNvPr>
              <p:cNvSpPr>
                <a:spLocks noChangeArrowheads="1"/>
              </p:cNvSpPr>
              <p:nvPr/>
            </p:nvSpPr>
            <p:spPr bwMode="auto">
              <a:xfrm>
                <a:off x="2859" y="2721"/>
                <a:ext cx="276" cy="277"/>
              </a:xfrm>
              <a:prstGeom prst="ellipse">
                <a:avLst/>
              </a:pr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sp>
            <p:nvSpPr>
              <p:cNvPr id="42" name="Freeform 10">
                <a:extLst>
                  <a:ext uri="{FF2B5EF4-FFF2-40B4-BE49-F238E27FC236}">
                    <a16:creationId xmlns:a16="http://schemas.microsoft.com/office/drawing/2014/main" id="{2075D4AD-5016-45E9-9AA6-0604C03A592D}"/>
                  </a:ext>
                </a:extLst>
              </p:cNvPr>
              <p:cNvSpPr>
                <a:spLocks/>
              </p:cNvSpPr>
              <p:nvPr/>
            </p:nvSpPr>
            <p:spPr bwMode="auto">
              <a:xfrm>
                <a:off x="3222" y="1576"/>
                <a:ext cx="686" cy="1315"/>
              </a:xfrm>
              <a:custGeom>
                <a:avLst/>
                <a:gdLst>
                  <a:gd name="T0" fmla="*/ 24 w 290"/>
                  <a:gd name="T1" fmla="*/ 557 h 557"/>
                  <a:gd name="T2" fmla="*/ 2 w 290"/>
                  <a:gd name="T3" fmla="*/ 538 h 557"/>
                  <a:gd name="T4" fmla="*/ 21 w 290"/>
                  <a:gd name="T5" fmla="*/ 512 h 557"/>
                  <a:gd name="T6" fmla="*/ 245 w 290"/>
                  <a:gd name="T7" fmla="*/ 283 h 557"/>
                  <a:gd name="T8" fmla="*/ 245 w 290"/>
                  <a:gd name="T9" fmla="*/ 23 h 557"/>
                  <a:gd name="T10" fmla="*/ 267 w 290"/>
                  <a:gd name="T11" fmla="*/ 0 h 557"/>
                  <a:gd name="T12" fmla="*/ 290 w 290"/>
                  <a:gd name="T13" fmla="*/ 23 h 557"/>
                  <a:gd name="T14" fmla="*/ 290 w 290"/>
                  <a:gd name="T15" fmla="*/ 283 h 557"/>
                  <a:gd name="T16" fmla="*/ 28 w 290"/>
                  <a:gd name="T17" fmla="*/ 557 h 557"/>
                  <a:gd name="T18" fmla="*/ 24 w 290"/>
                  <a:gd name="T19" fmla="*/ 557 h 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0" h="557">
                    <a:moveTo>
                      <a:pt x="24" y="557"/>
                    </a:moveTo>
                    <a:cubicBezTo>
                      <a:pt x="14" y="557"/>
                      <a:pt x="4" y="549"/>
                      <a:pt x="2" y="538"/>
                    </a:cubicBezTo>
                    <a:cubicBezTo>
                      <a:pt x="0" y="526"/>
                      <a:pt x="8" y="514"/>
                      <a:pt x="21" y="512"/>
                    </a:cubicBezTo>
                    <a:cubicBezTo>
                      <a:pt x="30" y="511"/>
                      <a:pt x="245" y="472"/>
                      <a:pt x="245" y="283"/>
                    </a:cubicBezTo>
                    <a:cubicBezTo>
                      <a:pt x="245" y="23"/>
                      <a:pt x="245" y="23"/>
                      <a:pt x="245" y="23"/>
                    </a:cubicBezTo>
                    <a:cubicBezTo>
                      <a:pt x="245" y="10"/>
                      <a:pt x="255" y="0"/>
                      <a:pt x="267" y="0"/>
                    </a:cubicBezTo>
                    <a:cubicBezTo>
                      <a:pt x="280" y="0"/>
                      <a:pt x="290" y="10"/>
                      <a:pt x="290" y="23"/>
                    </a:cubicBezTo>
                    <a:cubicBezTo>
                      <a:pt x="290" y="283"/>
                      <a:pt x="290" y="283"/>
                      <a:pt x="290" y="283"/>
                    </a:cubicBezTo>
                    <a:cubicBezTo>
                      <a:pt x="290" y="510"/>
                      <a:pt x="31" y="556"/>
                      <a:pt x="28" y="557"/>
                    </a:cubicBezTo>
                    <a:cubicBezTo>
                      <a:pt x="27" y="557"/>
                      <a:pt x="26" y="557"/>
                      <a:pt x="24" y="557"/>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sp>
            <p:nvSpPr>
              <p:cNvPr id="43" name="Freeform 11">
                <a:extLst>
                  <a:ext uri="{FF2B5EF4-FFF2-40B4-BE49-F238E27FC236}">
                    <a16:creationId xmlns:a16="http://schemas.microsoft.com/office/drawing/2014/main" id="{17B2BD31-005E-490F-B8A6-2BC5CBAE772B}"/>
                  </a:ext>
                </a:extLst>
              </p:cNvPr>
              <p:cNvSpPr>
                <a:spLocks/>
              </p:cNvSpPr>
              <p:nvPr/>
            </p:nvSpPr>
            <p:spPr bwMode="auto">
              <a:xfrm>
                <a:off x="3541" y="1706"/>
                <a:ext cx="225" cy="663"/>
              </a:xfrm>
              <a:custGeom>
                <a:avLst/>
                <a:gdLst>
                  <a:gd name="T0" fmla="*/ 19 w 95"/>
                  <a:gd name="T1" fmla="*/ 0 h 281"/>
                  <a:gd name="T2" fmla="*/ 75 w 95"/>
                  <a:gd name="T3" fmla="*/ 0 h 281"/>
                  <a:gd name="T4" fmla="*/ 95 w 95"/>
                  <a:gd name="T5" fmla="*/ 19 h 281"/>
                  <a:gd name="T6" fmla="*/ 95 w 95"/>
                  <a:gd name="T7" fmla="*/ 261 h 281"/>
                  <a:gd name="T8" fmla="*/ 75 w 95"/>
                  <a:gd name="T9" fmla="*/ 281 h 281"/>
                  <a:gd name="T10" fmla="*/ 19 w 95"/>
                  <a:gd name="T11" fmla="*/ 281 h 281"/>
                  <a:gd name="T12" fmla="*/ 0 w 95"/>
                  <a:gd name="T13" fmla="*/ 261 h 281"/>
                  <a:gd name="T14" fmla="*/ 0 w 95"/>
                  <a:gd name="T15" fmla="*/ 19 h 281"/>
                  <a:gd name="T16" fmla="*/ 19 w 9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281">
                    <a:moveTo>
                      <a:pt x="19" y="0"/>
                    </a:moveTo>
                    <a:cubicBezTo>
                      <a:pt x="75" y="0"/>
                      <a:pt x="75" y="0"/>
                      <a:pt x="75" y="0"/>
                    </a:cubicBezTo>
                    <a:cubicBezTo>
                      <a:pt x="86" y="0"/>
                      <a:pt x="95" y="8"/>
                      <a:pt x="95" y="19"/>
                    </a:cubicBezTo>
                    <a:cubicBezTo>
                      <a:pt x="95" y="261"/>
                      <a:pt x="95" y="261"/>
                      <a:pt x="95" y="261"/>
                    </a:cubicBezTo>
                    <a:cubicBezTo>
                      <a:pt x="95" y="272"/>
                      <a:pt x="86" y="281"/>
                      <a:pt x="75" y="281"/>
                    </a:cubicBezTo>
                    <a:cubicBezTo>
                      <a:pt x="19" y="281"/>
                      <a:pt x="19" y="281"/>
                      <a:pt x="19" y="281"/>
                    </a:cubicBezTo>
                    <a:cubicBezTo>
                      <a:pt x="9" y="281"/>
                      <a:pt x="0" y="272"/>
                      <a:pt x="0" y="261"/>
                    </a:cubicBezTo>
                    <a:cubicBezTo>
                      <a:pt x="0" y="19"/>
                      <a:pt x="0" y="19"/>
                      <a:pt x="0" y="19"/>
                    </a:cubicBezTo>
                    <a:cubicBezTo>
                      <a:pt x="0" y="8"/>
                      <a:pt x="9" y="0"/>
                      <a:pt x="19" y="0"/>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sp>
            <p:nvSpPr>
              <p:cNvPr id="44" name="Freeform 12">
                <a:extLst>
                  <a:ext uri="{FF2B5EF4-FFF2-40B4-BE49-F238E27FC236}">
                    <a16:creationId xmlns:a16="http://schemas.microsoft.com/office/drawing/2014/main" id="{38636F28-BD17-4960-9EC4-05AF1B4D61F7}"/>
                  </a:ext>
                </a:extLst>
              </p:cNvPr>
              <p:cNvSpPr>
                <a:spLocks/>
              </p:cNvSpPr>
              <p:nvPr/>
            </p:nvSpPr>
            <p:spPr bwMode="auto">
              <a:xfrm>
                <a:off x="3846" y="1817"/>
                <a:ext cx="180" cy="439"/>
              </a:xfrm>
              <a:custGeom>
                <a:avLst/>
                <a:gdLst>
                  <a:gd name="T0" fmla="*/ 15 w 76"/>
                  <a:gd name="T1" fmla="*/ 0 h 186"/>
                  <a:gd name="T2" fmla="*/ 62 w 76"/>
                  <a:gd name="T3" fmla="*/ 0 h 186"/>
                  <a:gd name="T4" fmla="*/ 76 w 76"/>
                  <a:gd name="T5" fmla="*/ 14 h 186"/>
                  <a:gd name="T6" fmla="*/ 76 w 76"/>
                  <a:gd name="T7" fmla="*/ 172 h 186"/>
                  <a:gd name="T8" fmla="*/ 62 w 76"/>
                  <a:gd name="T9" fmla="*/ 186 h 186"/>
                  <a:gd name="T10" fmla="*/ 15 w 76"/>
                  <a:gd name="T11" fmla="*/ 186 h 186"/>
                  <a:gd name="T12" fmla="*/ 0 w 76"/>
                  <a:gd name="T13" fmla="*/ 172 h 186"/>
                  <a:gd name="T14" fmla="*/ 0 w 76"/>
                  <a:gd name="T15" fmla="*/ 14 h 186"/>
                  <a:gd name="T16" fmla="*/ 15 w 76"/>
                  <a:gd name="T17"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186">
                    <a:moveTo>
                      <a:pt x="15" y="0"/>
                    </a:moveTo>
                    <a:cubicBezTo>
                      <a:pt x="62" y="0"/>
                      <a:pt x="62" y="0"/>
                      <a:pt x="62" y="0"/>
                    </a:cubicBezTo>
                    <a:cubicBezTo>
                      <a:pt x="70" y="0"/>
                      <a:pt x="76" y="6"/>
                      <a:pt x="76" y="14"/>
                    </a:cubicBezTo>
                    <a:cubicBezTo>
                      <a:pt x="76" y="172"/>
                      <a:pt x="76" y="172"/>
                      <a:pt x="76" y="172"/>
                    </a:cubicBezTo>
                    <a:cubicBezTo>
                      <a:pt x="76" y="180"/>
                      <a:pt x="70" y="186"/>
                      <a:pt x="62" y="186"/>
                    </a:cubicBezTo>
                    <a:cubicBezTo>
                      <a:pt x="15" y="186"/>
                      <a:pt x="15" y="186"/>
                      <a:pt x="15" y="186"/>
                    </a:cubicBezTo>
                    <a:cubicBezTo>
                      <a:pt x="7" y="186"/>
                      <a:pt x="0" y="180"/>
                      <a:pt x="0" y="172"/>
                    </a:cubicBezTo>
                    <a:cubicBezTo>
                      <a:pt x="0" y="14"/>
                      <a:pt x="0" y="14"/>
                      <a:pt x="0" y="14"/>
                    </a:cubicBezTo>
                    <a:cubicBezTo>
                      <a:pt x="0" y="6"/>
                      <a:pt x="7" y="0"/>
                      <a:pt x="15" y="0"/>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sp>
            <p:nvSpPr>
              <p:cNvPr id="45" name="Freeform 13">
                <a:extLst>
                  <a:ext uri="{FF2B5EF4-FFF2-40B4-BE49-F238E27FC236}">
                    <a16:creationId xmlns:a16="http://schemas.microsoft.com/office/drawing/2014/main" id="{A4AE948E-1D0F-461C-AB11-BA9B0E36004A}"/>
                  </a:ext>
                </a:extLst>
              </p:cNvPr>
              <p:cNvSpPr>
                <a:spLocks/>
              </p:cNvSpPr>
              <p:nvPr/>
            </p:nvSpPr>
            <p:spPr bwMode="auto">
              <a:xfrm>
                <a:off x="2086" y="1576"/>
                <a:ext cx="107" cy="723"/>
              </a:xfrm>
              <a:custGeom>
                <a:avLst/>
                <a:gdLst>
                  <a:gd name="T0" fmla="*/ 23 w 45"/>
                  <a:gd name="T1" fmla="*/ 306 h 306"/>
                  <a:gd name="T2" fmla="*/ 0 w 45"/>
                  <a:gd name="T3" fmla="*/ 283 h 306"/>
                  <a:gd name="T4" fmla="*/ 0 w 45"/>
                  <a:gd name="T5" fmla="*/ 23 h 306"/>
                  <a:gd name="T6" fmla="*/ 23 w 45"/>
                  <a:gd name="T7" fmla="*/ 0 h 306"/>
                  <a:gd name="T8" fmla="*/ 45 w 45"/>
                  <a:gd name="T9" fmla="*/ 23 h 306"/>
                  <a:gd name="T10" fmla="*/ 45 w 45"/>
                  <a:gd name="T11" fmla="*/ 283 h 306"/>
                  <a:gd name="T12" fmla="*/ 23 w 45"/>
                  <a:gd name="T13" fmla="*/ 306 h 306"/>
                </a:gdLst>
                <a:ahLst/>
                <a:cxnLst>
                  <a:cxn ang="0">
                    <a:pos x="T0" y="T1"/>
                  </a:cxn>
                  <a:cxn ang="0">
                    <a:pos x="T2" y="T3"/>
                  </a:cxn>
                  <a:cxn ang="0">
                    <a:pos x="T4" y="T5"/>
                  </a:cxn>
                  <a:cxn ang="0">
                    <a:pos x="T6" y="T7"/>
                  </a:cxn>
                  <a:cxn ang="0">
                    <a:pos x="T8" y="T9"/>
                  </a:cxn>
                  <a:cxn ang="0">
                    <a:pos x="T10" y="T11"/>
                  </a:cxn>
                  <a:cxn ang="0">
                    <a:pos x="T12" y="T13"/>
                  </a:cxn>
                </a:cxnLst>
                <a:rect l="0" t="0" r="r" b="b"/>
                <a:pathLst>
                  <a:path w="45" h="306">
                    <a:moveTo>
                      <a:pt x="23" y="306"/>
                    </a:moveTo>
                    <a:cubicBezTo>
                      <a:pt x="10" y="306"/>
                      <a:pt x="0" y="295"/>
                      <a:pt x="0" y="283"/>
                    </a:cubicBezTo>
                    <a:cubicBezTo>
                      <a:pt x="0" y="23"/>
                      <a:pt x="0" y="23"/>
                      <a:pt x="0" y="23"/>
                    </a:cubicBezTo>
                    <a:cubicBezTo>
                      <a:pt x="0" y="10"/>
                      <a:pt x="10" y="0"/>
                      <a:pt x="23" y="0"/>
                    </a:cubicBezTo>
                    <a:cubicBezTo>
                      <a:pt x="35" y="0"/>
                      <a:pt x="45" y="10"/>
                      <a:pt x="45" y="23"/>
                    </a:cubicBezTo>
                    <a:cubicBezTo>
                      <a:pt x="45" y="283"/>
                      <a:pt x="45" y="283"/>
                      <a:pt x="45" y="283"/>
                    </a:cubicBezTo>
                    <a:cubicBezTo>
                      <a:pt x="45" y="295"/>
                      <a:pt x="35" y="306"/>
                      <a:pt x="23" y="306"/>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sp>
            <p:nvSpPr>
              <p:cNvPr id="46" name="Freeform 14">
                <a:extLst>
                  <a:ext uri="{FF2B5EF4-FFF2-40B4-BE49-F238E27FC236}">
                    <a16:creationId xmlns:a16="http://schemas.microsoft.com/office/drawing/2014/main" id="{62E2694A-87D7-4118-9FB5-0254D83E1085}"/>
                  </a:ext>
                </a:extLst>
              </p:cNvPr>
              <p:cNvSpPr>
                <a:spLocks/>
              </p:cNvSpPr>
              <p:nvPr/>
            </p:nvSpPr>
            <p:spPr bwMode="auto">
              <a:xfrm>
                <a:off x="2228" y="1706"/>
                <a:ext cx="224" cy="663"/>
              </a:xfrm>
              <a:custGeom>
                <a:avLst/>
                <a:gdLst>
                  <a:gd name="T0" fmla="*/ 76 w 95"/>
                  <a:gd name="T1" fmla="*/ 0 h 281"/>
                  <a:gd name="T2" fmla="*/ 20 w 95"/>
                  <a:gd name="T3" fmla="*/ 0 h 281"/>
                  <a:gd name="T4" fmla="*/ 0 w 95"/>
                  <a:gd name="T5" fmla="*/ 19 h 281"/>
                  <a:gd name="T6" fmla="*/ 0 w 95"/>
                  <a:gd name="T7" fmla="*/ 261 h 281"/>
                  <a:gd name="T8" fmla="*/ 20 w 95"/>
                  <a:gd name="T9" fmla="*/ 281 h 281"/>
                  <a:gd name="T10" fmla="*/ 76 w 95"/>
                  <a:gd name="T11" fmla="*/ 281 h 281"/>
                  <a:gd name="T12" fmla="*/ 95 w 95"/>
                  <a:gd name="T13" fmla="*/ 261 h 281"/>
                  <a:gd name="T14" fmla="*/ 95 w 95"/>
                  <a:gd name="T15" fmla="*/ 19 h 281"/>
                  <a:gd name="T16" fmla="*/ 76 w 9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281">
                    <a:moveTo>
                      <a:pt x="76" y="0"/>
                    </a:moveTo>
                    <a:cubicBezTo>
                      <a:pt x="20" y="0"/>
                      <a:pt x="20" y="0"/>
                      <a:pt x="20" y="0"/>
                    </a:cubicBezTo>
                    <a:cubicBezTo>
                      <a:pt x="9" y="0"/>
                      <a:pt x="0" y="8"/>
                      <a:pt x="0" y="19"/>
                    </a:cubicBezTo>
                    <a:cubicBezTo>
                      <a:pt x="0" y="261"/>
                      <a:pt x="0" y="261"/>
                      <a:pt x="0" y="261"/>
                    </a:cubicBezTo>
                    <a:cubicBezTo>
                      <a:pt x="0" y="272"/>
                      <a:pt x="9" y="281"/>
                      <a:pt x="20" y="281"/>
                    </a:cubicBezTo>
                    <a:cubicBezTo>
                      <a:pt x="76" y="281"/>
                      <a:pt x="76" y="281"/>
                      <a:pt x="76" y="281"/>
                    </a:cubicBezTo>
                    <a:cubicBezTo>
                      <a:pt x="86" y="281"/>
                      <a:pt x="95" y="272"/>
                      <a:pt x="95" y="261"/>
                    </a:cubicBezTo>
                    <a:cubicBezTo>
                      <a:pt x="95" y="19"/>
                      <a:pt x="95" y="19"/>
                      <a:pt x="95" y="19"/>
                    </a:cubicBezTo>
                    <a:cubicBezTo>
                      <a:pt x="95" y="8"/>
                      <a:pt x="86" y="0"/>
                      <a:pt x="76" y="0"/>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sp>
            <p:nvSpPr>
              <p:cNvPr id="47" name="Freeform 15">
                <a:extLst>
                  <a:ext uri="{FF2B5EF4-FFF2-40B4-BE49-F238E27FC236}">
                    <a16:creationId xmlns:a16="http://schemas.microsoft.com/office/drawing/2014/main" id="{644FB9F0-5B08-4721-BA1E-BF11FBB32DCC}"/>
                  </a:ext>
                </a:extLst>
              </p:cNvPr>
              <p:cNvSpPr>
                <a:spLocks/>
              </p:cNvSpPr>
              <p:nvPr/>
            </p:nvSpPr>
            <p:spPr bwMode="auto">
              <a:xfrm>
                <a:off x="1968" y="1817"/>
                <a:ext cx="180" cy="439"/>
              </a:xfrm>
              <a:custGeom>
                <a:avLst/>
                <a:gdLst>
                  <a:gd name="T0" fmla="*/ 61 w 76"/>
                  <a:gd name="T1" fmla="*/ 0 h 186"/>
                  <a:gd name="T2" fmla="*/ 14 w 76"/>
                  <a:gd name="T3" fmla="*/ 0 h 186"/>
                  <a:gd name="T4" fmla="*/ 0 w 76"/>
                  <a:gd name="T5" fmla="*/ 14 h 186"/>
                  <a:gd name="T6" fmla="*/ 0 w 76"/>
                  <a:gd name="T7" fmla="*/ 172 h 186"/>
                  <a:gd name="T8" fmla="*/ 14 w 76"/>
                  <a:gd name="T9" fmla="*/ 186 h 186"/>
                  <a:gd name="T10" fmla="*/ 61 w 76"/>
                  <a:gd name="T11" fmla="*/ 186 h 186"/>
                  <a:gd name="T12" fmla="*/ 76 w 76"/>
                  <a:gd name="T13" fmla="*/ 172 h 186"/>
                  <a:gd name="T14" fmla="*/ 76 w 76"/>
                  <a:gd name="T15" fmla="*/ 14 h 186"/>
                  <a:gd name="T16" fmla="*/ 61 w 76"/>
                  <a:gd name="T17"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186">
                    <a:moveTo>
                      <a:pt x="61" y="0"/>
                    </a:moveTo>
                    <a:cubicBezTo>
                      <a:pt x="14" y="0"/>
                      <a:pt x="14" y="0"/>
                      <a:pt x="14" y="0"/>
                    </a:cubicBezTo>
                    <a:cubicBezTo>
                      <a:pt x="6" y="0"/>
                      <a:pt x="0" y="6"/>
                      <a:pt x="0" y="14"/>
                    </a:cubicBezTo>
                    <a:cubicBezTo>
                      <a:pt x="0" y="172"/>
                      <a:pt x="0" y="172"/>
                      <a:pt x="0" y="172"/>
                    </a:cubicBezTo>
                    <a:cubicBezTo>
                      <a:pt x="0" y="180"/>
                      <a:pt x="6" y="186"/>
                      <a:pt x="14" y="186"/>
                    </a:cubicBezTo>
                    <a:cubicBezTo>
                      <a:pt x="61" y="186"/>
                      <a:pt x="61" y="186"/>
                      <a:pt x="61" y="186"/>
                    </a:cubicBezTo>
                    <a:cubicBezTo>
                      <a:pt x="69" y="186"/>
                      <a:pt x="76" y="180"/>
                      <a:pt x="76" y="172"/>
                    </a:cubicBezTo>
                    <a:cubicBezTo>
                      <a:pt x="76" y="14"/>
                      <a:pt x="76" y="14"/>
                      <a:pt x="76" y="14"/>
                    </a:cubicBezTo>
                    <a:cubicBezTo>
                      <a:pt x="76" y="6"/>
                      <a:pt x="69" y="0"/>
                      <a:pt x="61" y="0"/>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sp>
            <p:nvSpPr>
              <p:cNvPr id="48" name="Freeform 16">
                <a:extLst>
                  <a:ext uri="{FF2B5EF4-FFF2-40B4-BE49-F238E27FC236}">
                    <a16:creationId xmlns:a16="http://schemas.microsoft.com/office/drawing/2014/main" id="{A592747B-DB78-4A64-8904-6C1EBC465016}"/>
                  </a:ext>
                </a:extLst>
              </p:cNvPr>
              <p:cNvSpPr>
                <a:spLocks/>
              </p:cNvSpPr>
              <p:nvPr/>
            </p:nvSpPr>
            <p:spPr bwMode="auto">
              <a:xfrm>
                <a:off x="2077" y="636"/>
                <a:ext cx="1840" cy="890"/>
              </a:xfrm>
              <a:custGeom>
                <a:avLst/>
                <a:gdLst>
                  <a:gd name="T0" fmla="*/ 30 w 779"/>
                  <a:gd name="T1" fmla="*/ 376 h 377"/>
                  <a:gd name="T2" fmla="*/ 7 w 779"/>
                  <a:gd name="T3" fmla="*/ 354 h 377"/>
                  <a:gd name="T4" fmla="*/ 98 w 779"/>
                  <a:gd name="T5" fmla="*/ 106 h 377"/>
                  <a:gd name="T6" fmla="*/ 390 w 779"/>
                  <a:gd name="T7" fmla="*/ 0 h 377"/>
                  <a:gd name="T8" fmla="*/ 681 w 779"/>
                  <a:gd name="T9" fmla="*/ 106 h 377"/>
                  <a:gd name="T10" fmla="*/ 772 w 779"/>
                  <a:gd name="T11" fmla="*/ 354 h 377"/>
                  <a:gd name="T12" fmla="*/ 748 w 779"/>
                  <a:gd name="T13" fmla="*/ 376 h 377"/>
                  <a:gd name="T14" fmla="*/ 727 w 779"/>
                  <a:gd name="T15" fmla="*/ 352 h 377"/>
                  <a:gd name="T16" fmla="*/ 647 w 779"/>
                  <a:gd name="T17" fmla="*/ 158 h 377"/>
                  <a:gd name="T18" fmla="*/ 390 w 779"/>
                  <a:gd name="T19" fmla="*/ 66 h 377"/>
                  <a:gd name="T20" fmla="*/ 131 w 779"/>
                  <a:gd name="T21" fmla="*/ 158 h 377"/>
                  <a:gd name="T22" fmla="*/ 52 w 779"/>
                  <a:gd name="T23" fmla="*/ 352 h 377"/>
                  <a:gd name="T24" fmla="*/ 31 w 779"/>
                  <a:gd name="T25" fmla="*/ 376 h 377"/>
                  <a:gd name="T26" fmla="*/ 30 w 779"/>
                  <a:gd name="T27" fmla="*/ 376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9" h="377">
                    <a:moveTo>
                      <a:pt x="30" y="376"/>
                    </a:moveTo>
                    <a:cubicBezTo>
                      <a:pt x="18" y="376"/>
                      <a:pt x="7" y="366"/>
                      <a:pt x="7" y="354"/>
                    </a:cubicBezTo>
                    <a:cubicBezTo>
                      <a:pt x="7" y="348"/>
                      <a:pt x="0" y="209"/>
                      <a:pt x="98" y="106"/>
                    </a:cubicBezTo>
                    <a:cubicBezTo>
                      <a:pt x="165" y="35"/>
                      <a:pt x="263" y="0"/>
                      <a:pt x="390" y="0"/>
                    </a:cubicBezTo>
                    <a:cubicBezTo>
                      <a:pt x="516" y="0"/>
                      <a:pt x="614" y="35"/>
                      <a:pt x="681" y="106"/>
                    </a:cubicBezTo>
                    <a:cubicBezTo>
                      <a:pt x="779" y="209"/>
                      <a:pt x="772" y="348"/>
                      <a:pt x="772" y="354"/>
                    </a:cubicBezTo>
                    <a:cubicBezTo>
                      <a:pt x="771" y="367"/>
                      <a:pt x="760" y="377"/>
                      <a:pt x="748" y="376"/>
                    </a:cubicBezTo>
                    <a:cubicBezTo>
                      <a:pt x="736" y="375"/>
                      <a:pt x="726" y="364"/>
                      <a:pt x="727" y="352"/>
                    </a:cubicBezTo>
                    <a:cubicBezTo>
                      <a:pt x="727" y="351"/>
                      <a:pt x="732" y="247"/>
                      <a:pt x="647" y="158"/>
                    </a:cubicBezTo>
                    <a:cubicBezTo>
                      <a:pt x="590" y="97"/>
                      <a:pt x="503" y="66"/>
                      <a:pt x="390" y="66"/>
                    </a:cubicBezTo>
                    <a:cubicBezTo>
                      <a:pt x="276" y="66"/>
                      <a:pt x="189" y="97"/>
                      <a:pt x="131" y="158"/>
                    </a:cubicBezTo>
                    <a:cubicBezTo>
                      <a:pt x="47" y="248"/>
                      <a:pt x="52" y="351"/>
                      <a:pt x="52" y="352"/>
                    </a:cubicBezTo>
                    <a:cubicBezTo>
                      <a:pt x="53" y="364"/>
                      <a:pt x="43" y="375"/>
                      <a:pt x="31" y="376"/>
                    </a:cubicBezTo>
                    <a:cubicBezTo>
                      <a:pt x="30" y="376"/>
                      <a:pt x="30" y="376"/>
                      <a:pt x="30" y="376"/>
                    </a:cubicBez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6" tIns="45708" rIns="91416" bIns="45708" numCol="1" anchor="t" anchorCtr="0" compatLnSpc="1">
                <a:prstTxWarp prst="textNoShape">
                  <a:avLst/>
                </a:prstTxWarp>
              </a:bodyPr>
              <a:lstStyle/>
              <a:p>
                <a:pPr marL="0" marR="0" lvl="0" indent="0" algn="l" defTabSz="913918" rtl="0" eaLnBrk="1" fontAlgn="auto" latinLnBrk="0" hangingPunct="1">
                  <a:lnSpc>
                    <a:spcPct val="100000"/>
                  </a:lnSpc>
                  <a:spcBef>
                    <a:spcPts val="0"/>
                  </a:spcBef>
                  <a:spcAft>
                    <a:spcPts val="0"/>
                  </a:spcAft>
                  <a:buClrTx/>
                  <a:buSzTx/>
                  <a:buFontTx/>
                  <a:buNone/>
                  <a:tabLst/>
                  <a:defRPr/>
                </a:pPr>
                <a:endParaRPr kumimoji="0" lang="nl-NL" sz="1600" b="0" i="0" u="none" strike="noStrike" kern="1200" cap="none" spc="0" normalizeH="0" baseline="0" noProof="0">
                  <a:ln>
                    <a:noFill/>
                  </a:ln>
                  <a:solidFill>
                    <a:srgbClr val="595959"/>
                  </a:solidFill>
                  <a:effectLst/>
                  <a:uLnTx/>
                  <a:uFillTx/>
                  <a:latin typeface="ShellMedium"/>
                  <a:ea typeface="+mn-ea"/>
                  <a:cs typeface="Arial" panose="020B0604020202020204" pitchFamily="34" charset="0"/>
                </a:endParaRPr>
              </a:p>
            </p:txBody>
          </p:sp>
        </p:grpSp>
      </p:grpSp>
      <p:grpSp>
        <p:nvGrpSpPr>
          <p:cNvPr id="52" name="Group 51">
            <a:extLst>
              <a:ext uri="{FF2B5EF4-FFF2-40B4-BE49-F238E27FC236}">
                <a16:creationId xmlns:a16="http://schemas.microsoft.com/office/drawing/2014/main" id="{D0EED000-ADA3-418A-82D7-B9B9191C8DAF}"/>
              </a:ext>
            </a:extLst>
          </p:cNvPr>
          <p:cNvGrpSpPr/>
          <p:nvPr/>
        </p:nvGrpSpPr>
        <p:grpSpPr>
          <a:xfrm>
            <a:off x="8288457" y="1483989"/>
            <a:ext cx="569467" cy="485642"/>
            <a:chOff x="8726165" y="1579485"/>
            <a:chExt cx="760412" cy="627063"/>
          </a:xfrm>
        </p:grpSpPr>
        <p:sp>
          <p:nvSpPr>
            <p:cNvPr id="50" name="Freeform 6">
              <a:extLst>
                <a:ext uri="{FF2B5EF4-FFF2-40B4-BE49-F238E27FC236}">
                  <a16:creationId xmlns:a16="http://schemas.microsoft.com/office/drawing/2014/main" id="{3DBA2C72-FBDC-40C9-AEA7-B00FC51ADD87}"/>
                </a:ext>
              </a:extLst>
            </p:cNvPr>
            <p:cNvSpPr>
              <a:spLocks/>
            </p:cNvSpPr>
            <p:nvPr/>
          </p:nvSpPr>
          <p:spPr bwMode="auto">
            <a:xfrm>
              <a:off x="9061127" y="1579485"/>
              <a:ext cx="425450" cy="627063"/>
            </a:xfrm>
            <a:custGeom>
              <a:avLst/>
              <a:gdLst/>
              <a:ahLst/>
              <a:cxnLst>
                <a:cxn ang="0">
                  <a:pos x="0" y="0"/>
                </a:cxn>
                <a:cxn ang="0">
                  <a:pos x="219" y="161"/>
                </a:cxn>
                <a:cxn ang="0">
                  <a:pos x="268" y="196"/>
                </a:cxn>
                <a:cxn ang="0">
                  <a:pos x="219" y="233"/>
                </a:cxn>
                <a:cxn ang="0">
                  <a:pos x="0" y="395"/>
                </a:cxn>
                <a:cxn ang="0">
                  <a:pos x="0" y="283"/>
                </a:cxn>
                <a:cxn ang="0">
                  <a:pos x="116" y="198"/>
                </a:cxn>
                <a:cxn ang="0">
                  <a:pos x="0" y="113"/>
                </a:cxn>
                <a:cxn ang="0">
                  <a:pos x="0" y="0"/>
                </a:cxn>
              </a:cxnLst>
              <a:rect l="0" t="0" r="r" b="b"/>
              <a:pathLst>
                <a:path w="268" h="395">
                  <a:moveTo>
                    <a:pt x="0" y="0"/>
                  </a:moveTo>
                  <a:lnTo>
                    <a:pt x="219" y="161"/>
                  </a:lnTo>
                  <a:lnTo>
                    <a:pt x="268" y="196"/>
                  </a:lnTo>
                  <a:lnTo>
                    <a:pt x="219" y="233"/>
                  </a:lnTo>
                  <a:lnTo>
                    <a:pt x="0" y="395"/>
                  </a:lnTo>
                  <a:lnTo>
                    <a:pt x="0" y="283"/>
                  </a:lnTo>
                  <a:lnTo>
                    <a:pt x="116" y="198"/>
                  </a:lnTo>
                  <a:lnTo>
                    <a:pt x="0" y="113"/>
                  </a:lnTo>
                  <a:lnTo>
                    <a:pt x="0" y="0"/>
                  </a:lnTo>
                  <a:close/>
                </a:path>
              </a:pathLst>
            </a:custGeom>
            <a:solidFill>
              <a:schemeClr val="accent2"/>
            </a:solidFill>
            <a:ln w="0">
              <a:noFill/>
              <a:prstDash val="solid"/>
              <a:round/>
              <a:headEnd/>
              <a:tailEnd/>
            </a:ln>
          </p:spPr>
          <p:txBody>
            <a:bodyPr vert="horz" wrap="square" lIns="91416" tIns="45708" rIns="91416" bIns="45708"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404040"/>
                </a:solidFill>
                <a:effectLst/>
                <a:uLnTx/>
                <a:uFillTx/>
                <a:latin typeface="ShellMedium"/>
                <a:ea typeface="+mn-ea"/>
                <a:cs typeface="+mn-cs"/>
              </a:endParaRPr>
            </a:p>
          </p:txBody>
        </p:sp>
        <p:sp>
          <p:nvSpPr>
            <p:cNvPr id="51" name="Freeform 7">
              <a:extLst>
                <a:ext uri="{FF2B5EF4-FFF2-40B4-BE49-F238E27FC236}">
                  <a16:creationId xmlns:a16="http://schemas.microsoft.com/office/drawing/2014/main" id="{95559809-D7B5-4235-A8FF-1A2FBA434BAA}"/>
                </a:ext>
              </a:extLst>
            </p:cNvPr>
            <p:cNvSpPr>
              <a:spLocks/>
            </p:cNvSpPr>
            <p:nvPr/>
          </p:nvSpPr>
          <p:spPr bwMode="auto">
            <a:xfrm>
              <a:off x="8726165" y="1635048"/>
              <a:ext cx="347663" cy="515938"/>
            </a:xfrm>
            <a:custGeom>
              <a:avLst/>
              <a:gdLst/>
              <a:ahLst/>
              <a:cxnLst>
                <a:cxn ang="0">
                  <a:pos x="0" y="0"/>
                </a:cxn>
                <a:cxn ang="0">
                  <a:pos x="178" y="133"/>
                </a:cxn>
                <a:cxn ang="0">
                  <a:pos x="219" y="161"/>
                </a:cxn>
                <a:cxn ang="0">
                  <a:pos x="178" y="191"/>
                </a:cxn>
                <a:cxn ang="0">
                  <a:pos x="0" y="325"/>
                </a:cxn>
                <a:cxn ang="0">
                  <a:pos x="0" y="233"/>
                </a:cxn>
                <a:cxn ang="0">
                  <a:pos x="94" y="163"/>
                </a:cxn>
                <a:cxn ang="0">
                  <a:pos x="0" y="92"/>
                </a:cxn>
                <a:cxn ang="0">
                  <a:pos x="0" y="0"/>
                </a:cxn>
              </a:cxnLst>
              <a:rect l="0" t="0" r="r" b="b"/>
              <a:pathLst>
                <a:path w="219" h="325">
                  <a:moveTo>
                    <a:pt x="0" y="0"/>
                  </a:moveTo>
                  <a:lnTo>
                    <a:pt x="178" y="133"/>
                  </a:lnTo>
                  <a:lnTo>
                    <a:pt x="219" y="161"/>
                  </a:lnTo>
                  <a:lnTo>
                    <a:pt x="178" y="191"/>
                  </a:lnTo>
                  <a:lnTo>
                    <a:pt x="0" y="325"/>
                  </a:lnTo>
                  <a:lnTo>
                    <a:pt x="0" y="233"/>
                  </a:lnTo>
                  <a:lnTo>
                    <a:pt x="94" y="163"/>
                  </a:lnTo>
                  <a:lnTo>
                    <a:pt x="0" y="92"/>
                  </a:lnTo>
                  <a:lnTo>
                    <a:pt x="0" y="0"/>
                  </a:lnTo>
                  <a:close/>
                </a:path>
              </a:pathLst>
            </a:custGeom>
            <a:solidFill>
              <a:schemeClr val="accent1"/>
            </a:solidFill>
            <a:ln w="0">
              <a:noFill/>
              <a:prstDash val="solid"/>
              <a:round/>
              <a:headEnd/>
              <a:tailEnd/>
            </a:ln>
          </p:spPr>
          <p:txBody>
            <a:bodyPr vert="horz" wrap="square" lIns="91416" tIns="45708" rIns="91416" bIns="45708" numCol="1" anchor="t" anchorCtr="0" compatLnSpc="1">
              <a:prstTxWarp prst="textNoShape">
                <a:avLst/>
              </a:prstTxWarp>
            </a:bodyPr>
            <a:lstStyle/>
            <a:p>
              <a:pPr marL="0" marR="0" lvl="0" indent="0" algn="l" defTabSz="914126" rtl="0" eaLnBrk="1" fontAlgn="auto" latinLnBrk="0" hangingPunct="1">
                <a:lnSpc>
                  <a:spcPct val="100000"/>
                </a:lnSpc>
                <a:spcBef>
                  <a:spcPts val="0"/>
                </a:spcBef>
                <a:spcAft>
                  <a:spcPts val="0"/>
                </a:spcAft>
                <a:buClrTx/>
                <a:buSzTx/>
                <a:buFontTx/>
                <a:buNone/>
                <a:tabLst/>
                <a:defRPr/>
              </a:pPr>
              <a:endParaRPr kumimoji="0" lang="en-GB" sz="1799" b="0" i="0" u="none" strike="noStrike" kern="1200" cap="none" spc="0" normalizeH="0" baseline="0" noProof="0">
                <a:ln>
                  <a:noFill/>
                </a:ln>
                <a:solidFill>
                  <a:srgbClr val="404040"/>
                </a:solidFill>
                <a:effectLst/>
                <a:uLnTx/>
                <a:uFillTx/>
                <a:latin typeface="ShellMedium"/>
                <a:ea typeface="+mn-ea"/>
                <a:cs typeface="+mn-cs"/>
              </a:endParaRPr>
            </a:p>
          </p:txBody>
        </p:sp>
      </p:grpSp>
      <p:sp>
        <p:nvSpPr>
          <p:cNvPr id="4" name="Slide Number Placeholder 3">
            <a:extLst>
              <a:ext uri="{FF2B5EF4-FFF2-40B4-BE49-F238E27FC236}">
                <a16:creationId xmlns:a16="http://schemas.microsoft.com/office/drawing/2014/main" id="{4D99F473-DA77-4D3E-AD61-A630D35B75DE}"/>
              </a:ext>
            </a:extLst>
          </p:cNvPr>
          <p:cNvSpPr>
            <a:spLocks noGrp="1"/>
          </p:cNvSpPr>
          <p:nvPr>
            <p:ph type="sldNum" sz="quarter" idx="4"/>
          </p:nvPr>
        </p:nvSpPr>
        <p:spPr bwMode="auto">
          <a:xfrm>
            <a:off x="11324178"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defPPr>
              <a:defRPr lang="en-US"/>
            </a:defPPr>
            <a:lvl1pPr marL="0" algn="r" defTabSz="914400" rtl="0" eaLnBrk="1" latinLnBrk="0" hangingPunct="1">
              <a:defRPr sz="85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126" rtl="0" eaLnBrk="1" fontAlgn="auto" latinLnBrk="0" hangingPunct="1">
              <a:lnSpc>
                <a:spcPct val="100000"/>
              </a:lnSpc>
              <a:spcBef>
                <a:spcPts val="0"/>
              </a:spcBef>
              <a:spcAft>
                <a:spcPts val="0"/>
              </a:spcAft>
              <a:buClrTx/>
              <a:buSzTx/>
              <a:buFontTx/>
              <a:buNone/>
              <a:tabLst/>
              <a:defRPr/>
            </a:pPr>
            <a:fld id="{D32BAE6A-B452-4007-8177-56DD051636F9}" type="slidenum">
              <a:rPr kumimoji="0" lang="en-GB" sz="850" b="0" i="0" u="none" strike="noStrike" kern="1200" cap="none" spc="0" normalizeH="0" baseline="0" noProof="1" smtClean="0">
                <a:ln>
                  <a:noFill/>
                </a:ln>
                <a:solidFill>
                  <a:prstClr val="black"/>
                </a:solidFill>
                <a:effectLst/>
                <a:uLnTx/>
                <a:uFillTx/>
                <a:latin typeface="Futura Medium"/>
                <a:ea typeface="+mn-ea"/>
                <a:cs typeface="Arial" pitchFamily="34" charset="0"/>
              </a:rPr>
              <a:pPr marL="0" marR="0" lvl="0" indent="0" algn="r" defTabSz="914126" rtl="0" eaLnBrk="1" fontAlgn="auto" latinLnBrk="0" hangingPunct="1">
                <a:lnSpc>
                  <a:spcPct val="100000"/>
                </a:lnSpc>
                <a:spcBef>
                  <a:spcPts val="0"/>
                </a:spcBef>
                <a:spcAft>
                  <a:spcPts val="0"/>
                </a:spcAft>
                <a:buClrTx/>
                <a:buSzTx/>
                <a:buFontTx/>
                <a:buNone/>
                <a:tabLst/>
                <a:defRPr/>
              </a:pPr>
              <a:t>3</a:t>
            </a:fld>
            <a:endParaRPr kumimoji="0" lang="en-GB" sz="850" b="0" i="0" u="none" strike="noStrike" kern="1200" cap="none" spc="0" normalizeH="0" baseline="0" noProof="1">
              <a:ln>
                <a:noFill/>
              </a:ln>
              <a:solidFill>
                <a:srgbClr val="404040"/>
              </a:solidFill>
              <a:effectLst/>
              <a:uLnTx/>
              <a:uFillTx/>
              <a:latin typeface="ShellMedium"/>
              <a:ea typeface="+mn-ea"/>
              <a:cs typeface="Arial" pitchFamily="34" charset="0"/>
            </a:endParaRPr>
          </a:p>
        </p:txBody>
      </p:sp>
      <p:sp>
        <p:nvSpPr>
          <p:cNvPr id="54" name="Text Box 11" descr="&lt;COMPANY_NAME&gt;{18.70866,264.5669,509.3857,40.33535}">
            <a:extLst>
              <a:ext uri="{FF2B5EF4-FFF2-40B4-BE49-F238E27FC236}">
                <a16:creationId xmlns:a16="http://schemas.microsoft.com/office/drawing/2014/main" id="{237A6283-DCDB-441B-BD17-0CE01F9C9912}"/>
              </a:ext>
            </a:extLst>
          </p:cNvPr>
          <p:cNvSpPr txBox="1">
            <a:spLocks noChangeArrowheads="1"/>
          </p:cNvSpPr>
          <p:nvPr/>
        </p:nvSpPr>
        <p:spPr bwMode="auto">
          <a:xfrm>
            <a:off x="513713" y="6468408"/>
            <a:ext cx="3359125" cy="237538"/>
          </a:xfrm>
          <a:prstGeom prst="rect">
            <a:avLst/>
          </a:prstGeom>
          <a:noFill/>
          <a:ln w="9525" algn="ctr">
            <a:noFill/>
            <a:miter lim="800000"/>
            <a:headEnd/>
            <a:tailEnd/>
          </a:ln>
          <a:effectLst/>
        </p:spPr>
        <p:txBody>
          <a:bodyPr wrap="none" lIns="0" tIns="0" rIns="0" anchor="t" anchorCtr="0">
            <a:no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1">
                <a:ln>
                  <a:noFill/>
                </a:ln>
                <a:solidFill>
                  <a:srgbClr val="404040"/>
                </a:solidFill>
                <a:effectLst/>
                <a:uLnTx/>
                <a:uFillTx/>
                <a:latin typeface="ShellMedium"/>
                <a:ea typeface="+mn-ea"/>
                <a:cs typeface="Arial" pitchFamily="34" charset="0"/>
              </a:rPr>
              <a:t>Copyright of Shell International B.V.</a:t>
            </a:r>
            <a:endParaRPr kumimoji="0" lang="en-GB" sz="850" b="0" i="0" u="none" strike="noStrike" kern="1200" cap="none" spc="0" normalizeH="0" baseline="0" noProof="1">
              <a:ln>
                <a:noFill/>
              </a:ln>
              <a:solidFill>
                <a:srgbClr val="404040"/>
              </a:solidFill>
              <a:effectLst/>
              <a:uLnTx/>
              <a:uFillTx/>
              <a:latin typeface="ShellMedium"/>
              <a:ea typeface="+mn-ea"/>
              <a:cs typeface="Arial" pitchFamily="34" charset="0"/>
            </a:endParaRPr>
          </a:p>
        </p:txBody>
      </p:sp>
      <p:sp>
        <p:nvSpPr>
          <p:cNvPr id="9" name="Date Placeholder 8">
            <a:extLst>
              <a:ext uri="{FF2B5EF4-FFF2-40B4-BE49-F238E27FC236}">
                <a16:creationId xmlns:a16="http://schemas.microsoft.com/office/drawing/2014/main" id="{2C2E2E8B-120A-4B37-B815-9260C559FE83}"/>
              </a:ext>
            </a:extLst>
          </p:cNvPr>
          <p:cNvSpPr>
            <a:spLocks noGrp="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defPPr>
              <a:defRPr lang="en-US"/>
            </a:defPPr>
            <a:lvl1pPr marL="0" algn="ctr" defTabSz="1218804" rtl="0" eaLnBrk="1" latinLnBrk="0" hangingPunct="1">
              <a:defRPr lang="en-US" sz="850" kern="1200" smtClean="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8804" rtl="0" eaLnBrk="1" fontAlgn="auto" latinLnBrk="0" hangingPunct="1">
              <a:lnSpc>
                <a:spcPct val="100000"/>
              </a:lnSpc>
              <a:spcBef>
                <a:spcPts val="0"/>
              </a:spcBef>
              <a:spcAft>
                <a:spcPts val="0"/>
              </a:spcAft>
              <a:buClrTx/>
              <a:buSzTx/>
              <a:buFontTx/>
              <a:buNone/>
              <a:tabLst/>
              <a:defRPr/>
            </a:pPr>
            <a:r>
              <a:rPr lang="en-GB" noProof="1">
                <a:solidFill>
                  <a:prstClr val="black"/>
                </a:solidFill>
                <a:latin typeface="Futura Medium"/>
              </a:rPr>
              <a:t>March</a:t>
            </a:r>
            <a:r>
              <a:rPr kumimoji="0" lang="en-GB" sz="850" b="0" i="0" u="none" strike="noStrike" kern="1200" cap="none" spc="0" normalizeH="0" baseline="0" noProof="1">
                <a:ln>
                  <a:noFill/>
                </a:ln>
                <a:solidFill>
                  <a:prstClr val="black"/>
                </a:solidFill>
                <a:effectLst/>
                <a:uLnTx/>
                <a:uFillTx/>
                <a:latin typeface="Futura Medium"/>
                <a:ea typeface="+mn-ea"/>
                <a:cs typeface="Arial" pitchFamily="34" charset="0"/>
              </a:rPr>
              <a:t> 2026</a:t>
            </a:r>
            <a:endParaRPr kumimoji="0" lang="en-GB" sz="850" b="0" i="0" u="none" strike="noStrike" kern="1200" cap="none" spc="0" normalizeH="0" baseline="0" noProof="0">
              <a:ln>
                <a:noFill/>
              </a:ln>
              <a:solidFill>
                <a:srgbClr val="404040"/>
              </a:solidFill>
              <a:effectLst/>
              <a:uLnTx/>
              <a:uFillTx/>
              <a:latin typeface="ShellMedium"/>
              <a:ea typeface="+mn-ea"/>
              <a:cs typeface="Arial" pitchFamily="34" charset="0"/>
            </a:endParaRPr>
          </a:p>
        </p:txBody>
      </p:sp>
      <p:sp>
        <p:nvSpPr>
          <p:cNvPr id="3" name="Footer Placeholder 2">
            <a:extLst>
              <a:ext uri="{FF2B5EF4-FFF2-40B4-BE49-F238E27FC236}">
                <a16:creationId xmlns:a16="http://schemas.microsoft.com/office/drawing/2014/main" id="{9DDBAE14-8F39-4135-8EB6-7D5B5D0A6B2F}"/>
              </a:ext>
            </a:extLst>
          </p:cNvPr>
          <p:cNvSpPr>
            <a:spLocks noGrp="1"/>
          </p:cNvSpPr>
          <p:nvPr>
            <p:ph type="ftr" sz="quarter" idx="3"/>
          </p:nvPr>
        </p:nvSpPr>
        <p:spPr bwMode="auto">
          <a:xfrm>
            <a:off x="3877057"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defPPr>
              <a:defRPr lang="en-US"/>
            </a:defPPr>
            <a:lvl1pPr marL="0" algn="ctr" defTabSz="914400" rtl="0" eaLnBrk="1" latinLnBrk="0" hangingPunct="1">
              <a:defRPr sz="85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GB" sz="850" b="0" i="0" u="none" strike="noStrike" kern="1200" cap="none" spc="0" normalizeH="0" baseline="0" noProof="1">
                <a:ln>
                  <a:noFill/>
                </a:ln>
                <a:solidFill>
                  <a:prstClr val="black"/>
                </a:solidFill>
                <a:effectLst/>
                <a:uLnTx/>
                <a:uFillTx/>
                <a:latin typeface="Futura Medium"/>
                <a:ea typeface="+mn-ea"/>
                <a:cs typeface="Arial" pitchFamily="34" charset="0"/>
              </a:rPr>
              <a:t> </a:t>
            </a:r>
            <a:endParaRPr kumimoji="0" lang="en-GB" sz="850" b="0" i="0" u="none" strike="noStrike" kern="1200" cap="none" spc="0" normalizeH="0" baseline="0" noProof="0">
              <a:ln>
                <a:noFill/>
              </a:ln>
              <a:solidFill>
                <a:srgbClr val="404040"/>
              </a:solidFill>
              <a:effectLst/>
              <a:uLnTx/>
              <a:uFillTx/>
              <a:latin typeface="ShellMedium"/>
              <a:ea typeface="+mn-ea"/>
              <a:cs typeface="Arial" pitchFamily="34" charset="0"/>
            </a:endParaRPr>
          </a:p>
        </p:txBody>
      </p:sp>
      <p:sp>
        <p:nvSpPr>
          <p:cNvPr id="5" name="TextBox 4" descr="CONFIDENTIAL_TAG_0xFFEE">
            <a:extLst>
              <a:ext uri="{FF2B5EF4-FFF2-40B4-BE49-F238E27FC236}">
                <a16:creationId xmlns:a16="http://schemas.microsoft.com/office/drawing/2014/main" id="{09767103-6990-0A63-4966-1920B46DABF3}"/>
              </a:ext>
            </a:extLst>
          </p:cNvPr>
          <p:cNvSpPr txBox="1"/>
          <p:nvPr/>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RESTRICTED</a:t>
            </a:r>
          </a:p>
        </p:txBody>
      </p:sp>
    </p:spTree>
    <p:extLst>
      <p:ext uri="{BB962C8B-B14F-4D97-AF65-F5344CB8AC3E}">
        <p14:creationId xmlns:p14="http://schemas.microsoft.com/office/powerpoint/2010/main" val="212564799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D1600DB-17AE-C62D-5BE5-17E82B22884C}"/>
              </a:ext>
            </a:extLst>
          </p:cNvPr>
          <p:cNvSpPr>
            <a:spLocks noGrp="1"/>
          </p:cNvSpPr>
          <p:nvPr>
            <p:ph type="title"/>
          </p:nvPr>
        </p:nvSpPr>
        <p:spPr>
          <a:xfrm>
            <a:off x="704430" y="472422"/>
            <a:ext cx="6702210" cy="895962"/>
          </a:xfrm>
        </p:spPr>
        <p:txBody>
          <a:bodyPr/>
          <a:lstStyle/>
          <a:p>
            <a:r>
              <a:rPr lang="en-US" sz="3600" b="1">
                <a:latin typeface="+mj-lt"/>
              </a:rPr>
              <a:t>What Is This? </a:t>
            </a:r>
            <a:br>
              <a:rPr lang="en-US" sz="2600" b="1">
                <a:latin typeface="+mj-lt"/>
              </a:rPr>
            </a:br>
            <a:r>
              <a:rPr lang="en-US" sz="1800">
                <a:solidFill>
                  <a:schemeClr val="accent2"/>
                </a:solidFill>
                <a:latin typeface="+mj-lt"/>
              </a:rPr>
              <a:t>A purpose-built AI assistant for ABAP developers</a:t>
            </a:r>
            <a:br>
              <a:rPr lang="en-US" b="1">
                <a:latin typeface="Calibri"/>
              </a:rPr>
            </a:br>
            <a:endParaRPr lang="en-US"/>
          </a:p>
        </p:txBody>
      </p:sp>
      <p:sp>
        <p:nvSpPr>
          <p:cNvPr id="7" name="Content Placeholder 6">
            <a:extLst>
              <a:ext uri="{FF2B5EF4-FFF2-40B4-BE49-F238E27FC236}">
                <a16:creationId xmlns:a16="http://schemas.microsoft.com/office/drawing/2014/main" id="{80BB8A2A-0CAC-7CB6-E29D-4018DA0104DE}"/>
              </a:ext>
            </a:extLst>
          </p:cNvPr>
          <p:cNvSpPr>
            <a:spLocks noGrp="1"/>
          </p:cNvSpPr>
          <p:nvPr>
            <p:ph type="body" idx="1"/>
          </p:nvPr>
        </p:nvSpPr>
        <p:spPr>
          <a:xfrm>
            <a:off x="881213" y="1975730"/>
            <a:ext cx="9887030" cy="1508861"/>
          </a:xfrm>
        </p:spPr>
        <p:txBody>
          <a:bodyPr/>
          <a:lstStyle/>
          <a:p>
            <a:pPr>
              <a:lnSpc>
                <a:spcPts val="2200"/>
              </a:lnSpc>
            </a:pPr>
            <a:r>
              <a:rPr lang="en-US" sz="1600" b="1">
                <a:solidFill>
                  <a:srgbClr val="333333"/>
                </a:solidFill>
                <a:latin typeface="+mn-lt"/>
                <a:ea typeface="Calibri" panose="020F0502020204030204" pitchFamily="34" charset="0"/>
                <a:cs typeface="Calibri" panose="020F0502020204030204" pitchFamily="34" charset="0"/>
              </a:rPr>
              <a:t>GitHub Copilot (Claude Sonnet) is already available in our Eclipse IDE.</a:t>
            </a:r>
          </a:p>
          <a:p>
            <a:pPr>
              <a:lnSpc>
                <a:spcPts val="2200"/>
              </a:lnSpc>
            </a:pPr>
            <a:r>
              <a:rPr lang="en-US" sz="1600">
                <a:solidFill>
                  <a:srgbClr val="333333"/>
                </a:solidFill>
                <a:latin typeface="+mn-lt"/>
                <a:ea typeface="Calibri" panose="020F0502020204030204" pitchFamily="34" charset="0"/>
                <a:cs typeface="Calibri" panose="020F0502020204030204" pitchFamily="34" charset="0"/>
              </a:rPr>
              <a:t>Today, developers can manually paste an ABAP object into Copilot and ask questions — this is already permitted and widely used. This project takes that one step further:</a:t>
            </a:r>
          </a:p>
          <a:p>
            <a:pPr>
              <a:lnSpc>
                <a:spcPts val="2200"/>
              </a:lnSpc>
            </a:pPr>
            <a:endParaRPr lang="en-US" sz="1600">
              <a:solidFill>
                <a:srgbClr val="333333"/>
              </a:solidFill>
              <a:ea typeface="Calibri" panose="020F0502020204030204" pitchFamily="34" charset="0"/>
              <a:cs typeface="Calibri" panose="020F0502020204030204" pitchFamily="34" charset="0"/>
            </a:endParaRPr>
          </a:p>
          <a:p>
            <a:pPr>
              <a:lnSpc>
                <a:spcPts val="2200"/>
              </a:lnSpc>
            </a:pPr>
            <a:endParaRPr lang="en-US" sz="1600">
              <a:solidFill>
                <a:srgbClr val="333333"/>
              </a:solidFill>
              <a:ea typeface="Calibri" panose="020F0502020204030204" pitchFamily="34" charset="0"/>
              <a:cs typeface="Calibri" panose="020F0502020204030204" pitchFamily="34" charset="0"/>
            </a:endParaRPr>
          </a:p>
          <a:p>
            <a:endParaRPr lang="en-US"/>
          </a:p>
        </p:txBody>
      </p:sp>
      <p:sp>
        <p:nvSpPr>
          <p:cNvPr id="5" name="Date Placeholder 4">
            <a:extLst>
              <a:ext uri="{FF2B5EF4-FFF2-40B4-BE49-F238E27FC236}">
                <a16:creationId xmlns:a16="http://schemas.microsoft.com/office/drawing/2014/main" id="{5A967BEA-C61A-E5A3-3979-C7C9B4B63E52}"/>
              </a:ext>
            </a:extLst>
          </p:cNvPr>
          <p:cNvSpPr>
            <a:spLocks noGrp="1"/>
          </p:cNvSpPr>
          <p:nvPr>
            <p:ph type="dt" sz="half" idx="2"/>
          </p:nvPr>
        </p:nvSpPr>
        <p:spPr/>
        <p:txBody>
          <a:bodyPr/>
          <a:lstStyle/>
          <a:p>
            <a:pPr>
              <a:defRPr/>
            </a:pPr>
            <a:r>
              <a:rPr lang="en-US" noProof="1"/>
              <a:t>March 2026</a:t>
            </a:r>
          </a:p>
          <a:p>
            <a:pPr>
              <a:defRPr/>
            </a:pPr>
            <a:endParaRPr lang="en-GB" noProof="1"/>
          </a:p>
        </p:txBody>
      </p:sp>
      <p:sp>
        <p:nvSpPr>
          <p:cNvPr id="3" name="Slide Number Placeholder 2">
            <a:extLst>
              <a:ext uri="{FF2B5EF4-FFF2-40B4-BE49-F238E27FC236}">
                <a16:creationId xmlns:a16="http://schemas.microsoft.com/office/drawing/2014/main" id="{646FE81F-4C51-2D53-C7E5-A8EC36D9CD4F}"/>
              </a:ext>
            </a:extLst>
          </p:cNvPr>
          <p:cNvSpPr>
            <a:spLocks noGrp="1"/>
          </p:cNvSpPr>
          <p:nvPr>
            <p:ph type="sldNum" sz="quarter" idx="4"/>
          </p:nvPr>
        </p:nvSpPr>
        <p:spPr/>
        <p:txBody>
          <a:bodyPr/>
          <a:lstStyle/>
          <a:p>
            <a:fld id="{D32BAE6A-B452-4007-8177-56DD051636F9}" type="slidenum">
              <a:rPr lang="en-GB" noProof="1" smtClean="0"/>
              <a:pPr/>
              <a:t>4</a:t>
            </a:fld>
            <a:endParaRPr lang="en-GB" noProof="1"/>
          </a:p>
        </p:txBody>
      </p:sp>
      <p:sp>
        <p:nvSpPr>
          <p:cNvPr id="4" name="Footer Placeholder 3">
            <a:extLst>
              <a:ext uri="{FF2B5EF4-FFF2-40B4-BE49-F238E27FC236}">
                <a16:creationId xmlns:a16="http://schemas.microsoft.com/office/drawing/2014/main" id="{BB7EC6DF-F58C-F82B-D08B-E2415EBF6FEE}"/>
              </a:ext>
            </a:extLst>
          </p:cNvPr>
          <p:cNvSpPr>
            <a:spLocks noGrp="1"/>
          </p:cNvSpPr>
          <p:nvPr>
            <p:ph type="ftr" sz="quarter" idx="3"/>
          </p:nvPr>
        </p:nvSpPr>
        <p:spPr/>
        <p:txBody>
          <a:bodyPr/>
          <a:lstStyle/>
          <a:p>
            <a:pPr>
              <a:defRPr/>
            </a:pPr>
            <a:r>
              <a:rPr lang="en-GB" noProof="1"/>
              <a:t> </a:t>
            </a:r>
          </a:p>
        </p:txBody>
      </p:sp>
      <p:sp>
        <p:nvSpPr>
          <p:cNvPr id="8" name="Rectangle 7">
            <a:extLst>
              <a:ext uri="{FF2B5EF4-FFF2-40B4-BE49-F238E27FC236}">
                <a16:creationId xmlns:a16="http://schemas.microsoft.com/office/drawing/2014/main" id="{9D897DF9-5424-4058-BA78-B5DF8EB34BAA}"/>
              </a:ext>
            </a:extLst>
          </p:cNvPr>
          <p:cNvSpPr/>
          <p:nvPr/>
        </p:nvSpPr>
        <p:spPr>
          <a:xfrm>
            <a:off x="542543" y="3222355"/>
            <a:ext cx="2103120" cy="13716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a:p>
        </p:txBody>
      </p:sp>
      <p:sp>
        <p:nvSpPr>
          <p:cNvPr id="9" name="Rectangle 8">
            <a:extLst>
              <a:ext uri="{FF2B5EF4-FFF2-40B4-BE49-F238E27FC236}">
                <a16:creationId xmlns:a16="http://schemas.microsoft.com/office/drawing/2014/main" id="{AC02093F-1A85-1914-5B5F-CCF893930149}"/>
              </a:ext>
            </a:extLst>
          </p:cNvPr>
          <p:cNvSpPr/>
          <p:nvPr/>
        </p:nvSpPr>
        <p:spPr>
          <a:xfrm>
            <a:off x="3194303" y="3222355"/>
            <a:ext cx="2286000" cy="13716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a:p>
        </p:txBody>
      </p:sp>
      <p:sp>
        <p:nvSpPr>
          <p:cNvPr id="10" name="Rectangle 9">
            <a:extLst>
              <a:ext uri="{FF2B5EF4-FFF2-40B4-BE49-F238E27FC236}">
                <a16:creationId xmlns:a16="http://schemas.microsoft.com/office/drawing/2014/main" id="{37DA5209-5510-5CA1-3EF6-608D6A18A721}"/>
              </a:ext>
            </a:extLst>
          </p:cNvPr>
          <p:cNvSpPr/>
          <p:nvPr/>
        </p:nvSpPr>
        <p:spPr>
          <a:xfrm>
            <a:off x="6120383" y="3222355"/>
            <a:ext cx="2286000" cy="13716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a:p>
        </p:txBody>
      </p:sp>
      <p:sp>
        <p:nvSpPr>
          <p:cNvPr id="11" name="Rectangle 10">
            <a:extLst>
              <a:ext uri="{FF2B5EF4-FFF2-40B4-BE49-F238E27FC236}">
                <a16:creationId xmlns:a16="http://schemas.microsoft.com/office/drawing/2014/main" id="{1CE82F80-7993-23D2-720A-0D3793F5640F}"/>
              </a:ext>
            </a:extLst>
          </p:cNvPr>
          <p:cNvSpPr/>
          <p:nvPr/>
        </p:nvSpPr>
        <p:spPr>
          <a:xfrm>
            <a:off x="9046463" y="3222355"/>
            <a:ext cx="2633472" cy="13716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a:p>
        </p:txBody>
      </p:sp>
      <p:sp>
        <p:nvSpPr>
          <p:cNvPr id="12" name="TextBox 11">
            <a:extLst>
              <a:ext uri="{FF2B5EF4-FFF2-40B4-BE49-F238E27FC236}">
                <a16:creationId xmlns:a16="http://schemas.microsoft.com/office/drawing/2014/main" id="{7A0AD7CE-BE63-E7B9-8D75-E4B9E96E312E}"/>
              </a:ext>
            </a:extLst>
          </p:cNvPr>
          <p:cNvSpPr txBox="1"/>
          <p:nvPr/>
        </p:nvSpPr>
        <p:spPr>
          <a:xfrm>
            <a:off x="633983" y="4868275"/>
            <a:ext cx="11247120" cy="323165"/>
          </a:xfrm>
          <a:prstGeom prst="rect">
            <a:avLst/>
          </a:prstGeom>
          <a:noFill/>
        </p:spPr>
        <p:txBody>
          <a:bodyPr wrap="square">
            <a:spAutoFit/>
          </a:bodyPr>
          <a:lstStyle/>
          <a:p>
            <a:pPr algn="ctr"/>
            <a:r>
              <a:rPr sz="1500" b="0">
                <a:solidFill>
                  <a:srgbClr val="00275A"/>
                </a:solidFill>
                <a:latin typeface="ShellBookItalic" panose="00000500000000000000" pitchFamily="2" charset="0"/>
              </a:rPr>
              <a:t>Copilot automatically fetches live ABAP artifacts from the system — developer just asks a question in plain English.</a:t>
            </a:r>
          </a:p>
        </p:txBody>
      </p:sp>
      <p:sp>
        <p:nvSpPr>
          <p:cNvPr id="13" name="TextBox 12">
            <a:extLst>
              <a:ext uri="{FF2B5EF4-FFF2-40B4-BE49-F238E27FC236}">
                <a16:creationId xmlns:a16="http://schemas.microsoft.com/office/drawing/2014/main" id="{255F7CCE-BCAD-AB03-E203-87F92EAEE019}"/>
              </a:ext>
            </a:extLst>
          </p:cNvPr>
          <p:cNvSpPr txBox="1"/>
          <p:nvPr/>
        </p:nvSpPr>
        <p:spPr>
          <a:xfrm>
            <a:off x="633983" y="5554075"/>
            <a:ext cx="11247120" cy="307777"/>
          </a:xfrm>
          <a:prstGeom prst="rect">
            <a:avLst/>
          </a:prstGeom>
          <a:noFill/>
        </p:spPr>
        <p:txBody>
          <a:bodyPr wrap="square">
            <a:spAutoFit/>
          </a:bodyPr>
          <a:lstStyle/>
          <a:p>
            <a:pPr algn="ctr"/>
            <a:r>
              <a:rPr sz="1400" b="1" i="0">
                <a:solidFill>
                  <a:srgbClr val="1A7A4A"/>
                </a:solidFill>
              </a:rPr>
              <a:t>READ-ONLY  |  NO DATA STORED  |  NO CREDENTIALS SHARED</a:t>
            </a:r>
          </a:p>
        </p:txBody>
      </p:sp>
      <p:sp>
        <p:nvSpPr>
          <p:cNvPr id="16" name="TextBox 15">
            <a:extLst>
              <a:ext uri="{FF2B5EF4-FFF2-40B4-BE49-F238E27FC236}">
                <a16:creationId xmlns:a16="http://schemas.microsoft.com/office/drawing/2014/main" id="{474CCAEA-3B26-53FA-AEC0-36D674105FB3}"/>
              </a:ext>
            </a:extLst>
          </p:cNvPr>
          <p:cNvSpPr txBox="1"/>
          <p:nvPr/>
        </p:nvSpPr>
        <p:spPr>
          <a:xfrm>
            <a:off x="633983" y="3496675"/>
            <a:ext cx="1920239" cy="646331"/>
          </a:xfrm>
          <a:prstGeom prst="rect">
            <a:avLst/>
          </a:prstGeom>
          <a:noFill/>
        </p:spPr>
        <p:txBody>
          <a:bodyPr wrap="square">
            <a:spAutoFit/>
          </a:bodyPr>
          <a:lstStyle/>
          <a:p>
            <a:pPr algn="ctr"/>
            <a:r>
              <a:rPr sz="1800" b="1" i="0"/>
              <a:t>Eclipse
Copilot</a:t>
            </a:r>
          </a:p>
        </p:txBody>
      </p:sp>
      <p:sp>
        <p:nvSpPr>
          <p:cNvPr id="17" name="TextBox 16">
            <a:extLst>
              <a:ext uri="{FF2B5EF4-FFF2-40B4-BE49-F238E27FC236}">
                <a16:creationId xmlns:a16="http://schemas.microsoft.com/office/drawing/2014/main" id="{F67A5095-EF08-BBC8-0DF0-108B01BEF5C4}"/>
              </a:ext>
            </a:extLst>
          </p:cNvPr>
          <p:cNvSpPr txBox="1"/>
          <p:nvPr/>
        </p:nvSpPr>
        <p:spPr>
          <a:xfrm>
            <a:off x="3285743" y="3496675"/>
            <a:ext cx="2103120" cy="646331"/>
          </a:xfrm>
          <a:prstGeom prst="rect">
            <a:avLst/>
          </a:prstGeom>
          <a:noFill/>
        </p:spPr>
        <p:txBody>
          <a:bodyPr wrap="square">
            <a:spAutoFit/>
          </a:bodyPr>
          <a:lstStyle/>
          <a:p>
            <a:pPr algn="ctr"/>
            <a:r>
              <a:rPr sz="1800" b="1" i="0"/>
              <a:t>MCP Server
(Python)</a:t>
            </a:r>
          </a:p>
        </p:txBody>
      </p:sp>
      <p:sp>
        <p:nvSpPr>
          <p:cNvPr id="18" name="TextBox 17">
            <a:extLst>
              <a:ext uri="{FF2B5EF4-FFF2-40B4-BE49-F238E27FC236}">
                <a16:creationId xmlns:a16="http://schemas.microsoft.com/office/drawing/2014/main" id="{3D5A9F06-DFFB-CB9B-0A1C-E3CD6DB072EE}"/>
              </a:ext>
            </a:extLst>
          </p:cNvPr>
          <p:cNvSpPr txBox="1"/>
          <p:nvPr/>
        </p:nvSpPr>
        <p:spPr>
          <a:xfrm>
            <a:off x="6179297" y="3547221"/>
            <a:ext cx="2103120" cy="646331"/>
          </a:xfrm>
          <a:prstGeom prst="rect">
            <a:avLst/>
          </a:prstGeom>
          <a:noFill/>
        </p:spPr>
        <p:txBody>
          <a:bodyPr wrap="square">
            <a:spAutoFit/>
          </a:bodyPr>
          <a:lstStyle/>
          <a:p>
            <a:pPr algn="ctr"/>
            <a:r>
              <a:rPr sz="1800" b="1" i="0"/>
              <a:t>SAP ADT
REST API</a:t>
            </a:r>
          </a:p>
        </p:txBody>
      </p:sp>
      <p:sp>
        <p:nvSpPr>
          <p:cNvPr id="19" name="TextBox 18">
            <a:extLst>
              <a:ext uri="{FF2B5EF4-FFF2-40B4-BE49-F238E27FC236}">
                <a16:creationId xmlns:a16="http://schemas.microsoft.com/office/drawing/2014/main" id="{3619066A-A457-1AF4-63AF-3D20D90281C7}"/>
              </a:ext>
            </a:extLst>
          </p:cNvPr>
          <p:cNvSpPr txBox="1"/>
          <p:nvPr/>
        </p:nvSpPr>
        <p:spPr>
          <a:xfrm>
            <a:off x="9046463" y="3517314"/>
            <a:ext cx="2743200" cy="646331"/>
          </a:xfrm>
          <a:prstGeom prst="rect">
            <a:avLst/>
          </a:prstGeom>
          <a:noFill/>
        </p:spPr>
        <p:txBody>
          <a:bodyPr wrap="square">
            <a:spAutoFit/>
          </a:bodyPr>
          <a:lstStyle/>
          <a:p>
            <a:pPr algn="ctr"/>
            <a:r>
              <a:rPr sz="1800" b="1" i="0"/>
              <a:t>SAP ABAP
System (D59/K59)</a:t>
            </a:r>
          </a:p>
        </p:txBody>
      </p:sp>
      <p:sp>
        <p:nvSpPr>
          <p:cNvPr id="24" name="TextBox 23">
            <a:extLst>
              <a:ext uri="{FF2B5EF4-FFF2-40B4-BE49-F238E27FC236}">
                <a16:creationId xmlns:a16="http://schemas.microsoft.com/office/drawing/2014/main" id="{9579909C-D43D-83E8-91A9-9A986BED9367}"/>
              </a:ext>
            </a:extLst>
          </p:cNvPr>
          <p:cNvSpPr txBox="1"/>
          <p:nvPr/>
        </p:nvSpPr>
        <p:spPr>
          <a:xfrm>
            <a:off x="2514600" y="3291840"/>
            <a:ext cx="457200" cy="548640"/>
          </a:xfrm>
          <a:prstGeom prst="rect">
            <a:avLst/>
          </a:prstGeom>
          <a:noFill/>
        </p:spPr>
        <p:txBody>
          <a:bodyPr wrap="square">
            <a:spAutoFit/>
          </a:bodyPr>
          <a:lstStyle/>
          <a:p>
            <a:pPr algn="ctr"/>
            <a:r>
              <a:rPr sz="2400" b="1" i="0">
                <a:solidFill>
                  <a:srgbClr val="00275A"/>
                </a:solidFill>
                <a:latin typeface="Calibri"/>
              </a:rPr>
              <a:t>→</a:t>
            </a:r>
          </a:p>
        </p:txBody>
      </p:sp>
      <p:sp>
        <p:nvSpPr>
          <p:cNvPr id="25" name="TextBox 24">
            <a:extLst>
              <a:ext uri="{FF2B5EF4-FFF2-40B4-BE49-F238E27FC236}">
                <a16:creationId xmlns:a16="http://schemas.microsoft.com/office/drawing/2014/main" id="{A0DF4237-D528-D534-2E3E-CEB028575AA2}"/>
              </a:ext>
            </a:extLst>
          </p:cNvPr>
          <p:cNvSpPr txBox="1"/>
          <p:nvPr/>
        </p:nvSpPr>
        <p:spPr>
          <a:xfrm>
            <a:off x="5367528" y="3316389"/>
            <a:ext cx="457200" cy="461665"/>
          </a:xfrm>
          <a:prstGeom prst="rect">
            <a:avLst/>
          </a:prstGeom>
          <a:noFill/>
        </p:spPr>
        <p:txBody>
          <a:bodyPr wrap="square">
            <a:spAutoFit/>
          </a:bodyPr>
          <a:lstStyle/>
          <a:p>
            <a:pPr algn="ctr"/>
            <a:r>
              <a:rPr sz="2400" b="1" i="0">
                <a:solidFill>
                  <a:srgbClr val="00275A"/>
                </a:solidFill>
                <a:latin typeface="Calibri"/>
              </a:rPr>
              <a:t>→</a:t>
            </a:r>
          </a:p>
        </p:txBody>
      </p:sp>
      <p:sp>
        <p:nvSpPr>
          <p:cNvPr id="26" name="TextBox 25">
            <a:extLst>
              <a:ext uri="{FF2B5EF4-FFF2-40B4-BE49-F238E27FC236}">
                <a16:creationId xmlns:a16="http://schemas.microsoft.com/office/drawing/2014/main" id="{B27B9E82-3625-20BB-3A0B-D0941DCFC69D}"/>
              </a:ext>
            </a:extLst>
          </p:cNvPr>
          <p:cNvSpPr txBox="1"/>
          <p:nvPr/>
        </p:nvSpPr>
        <p:spPr>
          <a:xfrm>
            <a:off x="8384699" y="3337560"/>
            <a:ext cx="457200" cy="548640"/>
          </a:xfrm>
          <a:prstGeom prst="rect">
            <a:avLst/>
          </a:prstGeom>
          <a:noFill/>
        </p:spPr>
        <p:txBody>
          <a:bodyPr wrap="square">
            <a:spAutoFit/>
          </a:bodyPr>
          <a:lstStyle/>
          <a:p>
            <a:pPr algn="ctr"/>
            <a:r>
              <a:rPr sz="2400" b="1" i="0">
                <a:solidFill>
                  <a:srgbClr val="00275A"/>
                </a:solidFill>
                <a:latin typeface="Calibri"/>
              </a:rPr>
              <a:t>→</a:t>
            </a:r>
          </a:p>
        </p:txBody>
      </p:sp>
    </p:spTree>
    <p:extLst>
      <p:ext uri="{BB962C8B-B14F-4D97-AF65-F5344CB8AC3E}">
        <p14:creationId xmlns:p14="http://schemas.microsoft.com/office/powerpoint/2010/main" val="139525719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01FB3477-DCD0-ED8A-1723-E83ECA62B690}"/>
              </a:ext>
            </a:extLst>
          </p:cNvPr>
          <p:cNvSpPr>
            <a:spLocks noGrp="1"/>
          </p:cNvSpPr>
          <p:nvPr>
            <p:ph type="ftr" sz="quarter" idx="3"/>
          </p:nvPr>
        </p:nvSpPr>
        <p:spPr>
          <a:xfrm>
            <a:off x="3877056" y="6469199"/>
            <a:ext cx="4435312" cy="237600"/>
          </a:xfrm>
        </p:spPr>
        <p:txBody>
          <a:bodyPr wrap="square" anchor="t">
            <a:normAutofit/>
          </a:bodyPr>
          <a:lstStyle/>
          <a:p>
            <a:pPr>
              <a:spcAft>
                <a:spcPts val="600"/>
              </a:spcAft>
              <a:defRPr/>
            </a:pPr>
            <a:r>
              <a:rPr lang="en-GB" noProof="1"/>
              <a:t> </a:t>
            </a:r>
          </a:p>
        </p:txBody>
      </p:sp>
      <p:sp>
        <p:nvSpPr>
          <p:cNvPr id="4" name="Date Placeholder 3">
            <a:extLst>
              <a:ext uri="{FF2B5EF4-FFF2-40B4-BE49-F238E27FC236}">
                <a16:creationId xmlns:a16="http://schemas.microsoft.com/office/drawing/2014/main" id="{9E47BE2E-1F33-7B46-124C-EDDA1615D008}"/>
              </a:ext>
            </a:extLst>
          </p:cNvPr>
          <p:cNvSpPr>
            <a:spLocks noGrp="1"/>
          </p:cNvSpPr>
          <p:nvPr>
            <p:ph type="dt" sz="half" idx="2"/>
          </p:nvPr>
        </p:nvSpPr>
        <p:spPr>
          <a:xfrm>
            <a:off x="9670343" y="6469200"/>
            <a:ext cx="1440000" cy="237600"/>
          </a:xfrm>
        </p:spPr>
        <p:txBody>
          <a:bodyPr wrap="none" anchor="t">
            <a:normAutofit/>
          </a:bodyPr>
          <a:lstStyle/>
          <a:p>
            <a:pPr>
              <a:spcAft>
                <a:spcPts val="600"/>
              </a:spcAft>
              <a:defRPr/>
            </a:pPr>
            <a:r>
              <a:rPr lang="en-US" noProof="1"/>
              <a:t>March 2026</a:t>
            </a:r>
            <a:endParaRPr lang="en-GB" noProof="1"/>
          </a:p>
        </p:txBody>
      </p:sp>
      <p:sp>
        <p:nvSpPr>
          <p:cNvPr id="5" name="Slide Number Placeholder 4">
            <a:extLst>
              <a:ext uri="{FF2B5EF4-FFF2-40B4-BE49-F238E27FC236}">
                <a16:creationId xmlns:a16="http://schemas.microsoft.com/office/drawing/2014/main" id="{F087027D-775C-9D46-E46D-9F61136F7E03}"/>
              </a:ext>
            </a:extLst>
          </p:cNvPr>
          <p:cNvSpPr>
            <a:spLocks noGrp="1"/>
          </p:cNvSpPr>
          <p:nvPr>
            <p:ph type="sldNum" sz="quarter" idx="4"/>
          </p:nvPr>
        </p:nvSpPr>
        <p:spPr>
          <a:xfrm>
            <a:off x="11324177" y="6469199"/>
            <a:ext cx="355564" cy="237600"/>
          </a:xfrm>
        </p:spPr>
        <p:txBody>
          <a:bodyPr wrap="none" anchor="t">
            <a:normAutofit/>
          </a:bodyPr>
          <a:lstStyle/>
          <a:p>
            <a:pPr>
              <a:spcAft>
                <a:spcPts val="600"/>
              </a:spcAft>
            </a:pPr>
            <a:fld id="{D32BAE6A-B452-4007-8177-56DD051636F9}" type="slidenum">
              <a:rPr lang="en-GB" noProof="1" smtClean="0"/>
              <a:pPr>
                <a:spcAft>
                  <a:spcPts val="600"/>
                </a:spcAft>
              </a:pPr>
              <a:t>5</a:t>
            </a:fld>
            <a:endParaRPr lang="en-GB" noProof="1"/>
          </a:p>
        </p:txBody>
      </p:sp>
      <p:sp>
        <p:nvSpPr>
          <p:cNvPr id="22" name="TextBox 21">
            <a:extLst>
              <a:ext uri="{FF2B5EF4-FFF2-40B4-BE49-F238E27FC236}">
                <a16:creationId xmlns:a16="http://schemas.microsoft.com/office/drawing/2014/main" id="{78CFEE42-21C4-3718-31C1-6B3AD6FAE287}"/>
              </a:ext>
            </a:extLst>
          </p:cNvPr>
          <p:cNvSpPr txBox="1"/>
          <p:nvPr/>
        </p:nvSpPr>
        <p:spPr>
          <a:xfrm>
            <a:off x="630936" y="498476"/>
            <a:ext cx="10058400" cy="646331"/>
          </a:xfrm>
          <a:prstGeom prst="rect">
            <a:avLst/>
          </a:prstGeom>
          <a:noFill/>
        </p:spPr>
        <p:txBody>
          <a:bodyPr wrap="square">
            <a:spAutoFit/>
          </a:bodyPr>
          <a:lstStyle/>
          <a:p>
            <a:pPr algn="l"/>
            <a:r>
              <a:rPr sz="3600" b="1" i="0">
                <a:latin typeface="+mj-lt"/>
              </a:rPr>
              <a:t>Security Architecture</a:t>
            </a:r>
          </a:p>
        </p:txBody>
      </p:sp>
      <p:sp>
        <p:nvSpPr>
          <p:cNvPr id="24" name="TextBox 23">
            <a:extLst>
              <a:ext uri="{FF2B5EF4-FFF2-40B4-BE49-F238E27FC236}">
                <a16:creationId xmlns:a16="http://schemas.microsoft.com/office/drawing/2014/main" id="{67AB27E0-1258-085D-2BD7-B83000D89CEC}"/>
              </a:ext>
            </a:extLst>
          </p:cNvPr>
          <p:cNvSpPr txBox="1"/>
          <p:nvPr/>
        </p:nvSpPr>
        <p:spPr>
          <a:xfrm>
            <a:off x="630936" y="1047116"/>
            <a:ext cx="9144000" cy="369332"/>
          </a:xfrm>
          <a:prstGeom prst="rect">
            <a:avLst/>
          </a:prstGeom>
          <a:noFill/>
        </p:spPr>
        <p:txBody>
          <a:bodyPr wrap="square">
            <a:spAutoFit/>
          </a:bodyPr>
          <a:lstStyle/>
          <a:p>
            <a:pPr algn="l"/>
            <a:r>
              <a:rPr sz="1800" b="0" i="0">
                <a:solidFill>
                  <a:schemeClr val="accent2"/>
                </a:solidFill>
                <a:latin typeface="+mj-lt"/>
              </a:rPr>
              <a:t>How data flows — and what never leaves the boundary</a:t>
            </a:r>
          </a:p>
        </p:txBody>
      </p:sp>
      <p:sp>
        <p:nvSpPr>
          <p:cNvPr id="25" name="Rectangle: Rounded Corners 24">
            <a:extLst>
              <a:ext uri="{FF2B5EF4-FFF2-40B4-BE49-F238E27FC236}">
                <a16:creationId xmlns:a16="http://schemas.microsoft.com/office/drawing/2014/main" id="{8DCB73E8-C94B-B2D2-C834-F72FF3B6C94D}"/>
              </a:ext>
            </a:extLst>
          </p:cNvPr>
          <p:cNvSpPr/>
          <p:nvPr/>
        </p:nvSpPr>
        <p:spPr>
          <a:xfrm>
            <a:off x="941832" y="2127893"/>
            <a:ext cx="4544568" cy="1700785"/>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r>
              <a:rPr lang="en-US" sz="1600">
                <a:solidFill>
                  <a:srgbClr val="333333"/>
                </a:solidFill>
                <a:latin typeface="ShellBook" panose="00000500000000000000" pitchFamily="2" charset="0"/>
              </a:rPr>
              <a:t>No username or password is passed anywhere. The MCP server uses your existing Windows domain session (the same credential that opens Eclipse). SAP ADT validates the Kerberos ticket — no extra login, no stored credentials.</a:t>
            </a:r>
          </a:p>
        </p:txBody>
      </p:sp>
      <p:sp>
        <p:nvSpPr>
          <p:cNvPr id="27" name="Rectangle: Rounded Corners 26">
            <a:extLst>
              <a:ext uri="{FF2B5EF4-FFF2-40B4-BE49-F238E27FC236}">
                <a16:creationId xmlns:a16="http://schemas.microsoft.com/office/drawing/2014/main" id="{3EF0D623-C698-E44B-0948-DABEC6F65084}"/>
              </a:ext>
            </a:extLst>
          </p:cNvPr>
          <p:cNvSpPr/>
          <p:nvPr/>
        </p:nvSpPr>
        <p:spPr>
          <a:xfrm>
            <a:off x="6885904" y="2127893"/>
            <a:ext cx="4544568" cy="1666794"/>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r>
              <a:rPr lang="en-US" sz="1600">
                <a:solidFill>
                  <a:srgbClr val="333333"/>
                </a:solidFill>
                <a:latin typeface="ShellBook" panose="00000500000000000000" pitchFamily="2" charset="0"/>
              </a:rPr>
              <a:t>The Python MCP server runs locally on the developer's corporate laptop. It is never deployed to any cloud or external server. All traffic stays within the Shell corporate network.</a:t>
            </a:r>
          </a:p>
        </p:txBody>
      </p:sp>
      <p:sp>
        <p:nvSpPr>
          <p:cNvPr id="28" name="Rectangle: Rounded Corners 27">
            <a:extLst>
              <a:ext uri="{FF2B5EF4-FFF2-40B4-BE49-F238E27FC236}">
                <a16:creationId xmlns:a16="http://schemas.microsoft.com/office/drawing/2014/main" id="{B4D889D1-8163-C701-C54B-54F980283EC7}"/>
              </a:ext>
            </a:extLst>
          </p:cNvPr>
          <p:cNvSpPr/>
          <p:nvPr/>
        </p:nvSpPr>
        <p:spPr>
          <a:xfrm>
            <a:off x="941832" y="4658138"/>
            <a:ext cx="4544568" cy="1539420"/>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r>
              <a:rPr lang="en-US" sz="1600">
                <a:solidFill>
                  <a:srgbClr val="333333"/>
                </a:solidFill>
                <a:latin typeface="ShellBook" panose="00000500000000000000" pitchFamily="2" charset="0"/>
              </a:rPr>
              <a:t>Every single SAP ADT endpoint used is an HTTP GET (read). The only POST call is </a:t>
            </a:r>
            <a:r>
              <a:rPr lang="en-US" sz="1600" err="1">
                <a:solidFill>
                  <a:srgbClr val="333333"/>
                </a:solidFill>
                <a:latin typeface="ShellBook" panose="00000500000000000000" pitchFamily="2" charset="0"/>
              </a:rPr>
              <a:t>GetPackage</a:t>
            </a:r>
            <a:r>
              <a:rPr lang="en-US" sz="1600">
                <a:solidFill>
                  <a:srgbClr val="333333"/>
                </a:solidFill>
                <a:latin typeface="ShellBook" panose="00000500000000000000" pitchFamily="2" charset="0"/>
              </a:rPr>
              <a:t> — it is a SAP ADT structural query, not a data write. No ABAP code is ever created, changed, or deleted by this system.</a:t>
            </a:r>
          </a:p>
        </p:txBody>
      </p:sp>
      <p:sp>
        <p:nvSpPr>
          <p:cNvPr id="29" name="Rectangle: Rounded Corners 28">
            <a:extLst>
              <a:ext uri="{FF2B5EF4-FFF2-40B4-BE49-F238E27FC236}">
                <a16:creationId xmlns:a16="http://schemas.microsoft.com/office/drawing/2014/main" id="{1D31BBA7-8441-B1C3-FE7C-F4AEE64EB831}"/>
              </a:ext>
            </a:extLst>
          </p:cNvPr>
          <p:cNvSpPr/>
          <p:nvPr/>
        </p:nvSpPr>
        <p:spPr>
          <a:xfrm>
            <a:off x="6885904" y="4658138"/>
            <a:ext cx="4544568" cy="1539420"/>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r>
              <a:rPr lang="en-US" sz="1600">
                <a:solidFill>
                  <a:srgbClr val="333333"/>
                </a:solidFill>
                <a:latin typeface="ShellBook" panose="00000500000000000000" pitchFamily="2" charset="0"/>
              </a:rPr>
              <a:t>The MCP server holds no database, no cache, no file store. Responses are streamed directly from SAP to Copilot. Nothing is written to disk. When the developer closes Eclipse, all context is gone.</a:t>
            </a:r>
          </a:p>
        </p:txBody>
      </p:sp>
      <p:sp>
        <p:nvSpPr>
          <p:cNvPr id="31" name="Rectangle: Rounded Corners 30">
            <a:extLst>
              <a:ext uri="{FF2B5EF4-FFF2-40B4-BE49-F238E27FC236}">
                <a16:creationId xmlns:a16="http://schemas.microsoft.com/office/drawing/2014/main" id="{6AE8D04B-4781-A10F-F6E6-4D01A451919F}"/>
              </a:ext>
            </a:extLst>
          </p:cNvPr>
          <p:cNvSpPr/>
          <p:nvPr/>
        </p:nvSpPr>
        <p:spPr>
          <a:xfrm>
            <a:off x="768096" y="1780422"/>
            <a:ext cx="4654296" cy="369332"/>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r>
              <a:rPr lang="en-US" sz="1600" b="1">
                <a:solidFill>
                  <a:schemeClr val="bg1"/>
                </a:solidFill>
                <a:latin typeface="Calibri"/>
              </a:rPr>
              <a:t>🔐  Windows SSPI / Kerberos Authentication</a:t>
            </a:r>
          </a:p>
        </p:txBody>
      </p:sp>
      <p:sp>
        <p:nvSpPr>
          <p:cNvPr id="32" name="Rectangle: Rounded Corners 31">
            <a:extLst>
              <a:ext uri="{FF2B5EF4-FFF2-40B4-BE49-F238E27FC236}">
                <a16:creationId xmlns:a16="http://schemas.microsoft.com/office/drawing/2014/main" id="{D844F8B7-2493-DB95-810F-B901AD6D570F}"/>
              </a:ext>
            </a:extLst>
          </p:cNvPr>
          <p:cNvSpPr/>
          <p:nvPr/>
        </p:nvSpPr>
        <p:spPr>
          <a:xfrm>
            <a:off x="6769608" y="1780422"/>
            <a:ext cx="4654296" cy="369332"/>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r>
              <a:rPr lang="en-US" sz="1600" b="1">
                <a:solidFill>
                  <a:schemeClr val="bg1"/>
                </a:solidFill>
                <a:latin typeface="Calibri"/>
              </a:rPr>
              <a:t>🏢  Runs Entirely On Your Machine</a:t>
            </a:r>
          </a:p>
        </p:txBody>
      </p:sp>
      <p:sp>
        <p:nvSpPr>
          <p:cNvPr id="33" name="Rectangle: Rounded Corners 32">
            <a:extLst>
              <a:ext uri="{FF2B5EF4-FFF2-40B4-BE49-F238E27FC236}">
                <a16:creationId xmlns:a16="http://schemas.microsoft.com/office/drawing/2014/main" id="{1A27AFAE-66BC-35F8-3BD1-BA80B51DE72E}"/>
              </a:ext>
            </a:extLst>
          </p:cNvPr>
          <p:cNvSpPr/>
          <p:nvPr/>
        </p:nvSpPr>
        <p:spPr>
          <a:xfrm>
            <a:off x="832104" y="4295001"/>
            <a:ext cx="4654296" cy="369332"/>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r>
              <a:rPr lang="en-US" sz="1600" b="1">
                <a:solidFill>
                  <a:schemeClr val="bg1"/>
                </a:solidFill>
                <a:latin typeface="Calibri"/>
              </a:rPr>
              <a:t>📖  Read-Only by Design</a:t>
            </a:r>
          </a:p>
        </p:txBody>
      </p:sp>
      <p:sp>
        <p:nvSpPr>
          <p:cNvPr id="34" name="Rectangle: Rounded Corners 33">
            <a:extLst>
              <a:ext uri="{FF2B5EF4-FFF2-40B4-BE49-F238E27FC236}">
                <a16:creationId xmlns:a16="http://schemas.microsoft.com/office/drawing/2014/main" id="{CB684CA6-72F6-7D59-3199-303C4CADC3D5}"/>
              </a:ext>
            </a:extLst>
          </p:cNvPr>
          <p:cNvSpPr/>
          <p:nvPr/>
        </p:nvSpPr>
        <p:spPr>
          <a:xfrm>
            <a:off x="6769608" y="4304144"/>
            <a:ext cx="4654296" cy="369332"/>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r>
              <a:rPr lang="en-US" sz="1600" b="1">
                <a:solidFill>
                  <a:schemeClr val="bg1"/>
                </a:solidFill>
                <a:latin typeface="Calibri"/>
              </a:rPr>
              <a:t>🚫  No Data Persistence</a:t>
            </a:r>
          </a:p>
        </p:txBody>
      </p:sp>
    </p:spTree>
    <p:extLst>
      <p:ext uri="{BB962C8B-B14F-4D97-AF65-F5344CB8AC3E}">
        <p14:creationId xmlns:p14="http://schemas.microsoft.com/office/powerpoint/2010/main" val="74162443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FFBC638-E507-1256-8F27-29190FE5EE94}"/>
              </a:ext>
            </a:extLst>
          </p:cNvPr>
          <p:cNvSpPr>
            <a:spLocks noGrp="1"/>
          </p:cNvSpPr>
          <p:nvPr>
            <p:ph type="dt" sz="half" idx="2"/>
          </p:nvPr>
        </p:nvSpPr>
        <p:spPr/>
        <p:txBody>
          <a:bodyPr/>
          <a:lstStyle/>
          <a:p>
            <a:pPr>
              <a:defRPr/>
            </a:pPr>
            <a:r>
              <a:rPr lang="en-US" noProof="1"/>
              <a:t>March 2026</a:t>
            </a:r>
          </a:p>
          <a:p>
            <a:pPr>
              <a:defRPr/>
            </a:pPr>
            <a:endParaRPr lang="en-GB" noProof="1"/>
          </a:p>
        </p:txBody>
      </p:sp>
      <p:sp>
        <p:nvSpPr>
          <p:cNvPr id="5" name="Slide Number Placeholder 4">
            <a:extLst>
              <a:ext uri="{FF2B5EF4-FFF2-40B4-BE49-F238E27FC236}">
                <a16:creationId xmlns:a16="http://schemas.microsoft.com/office/drawing/2014/main" id="{4E5C50D5-42AE-2F2F-D2D2-7220F718DA0C}"/>
              </a:ext>
            </a:extLst>
          </p:cNvPr>
          <p:cNvSpPr>
            <a:spLocks noGrp="1"/>
          </p:cNvSpPr>
          <p:nvPr>
            <p:ph type="sldNum" sz="quarter" idx="4"/>
          </p:nvPr>
        </p:nvSpPr>
        <p:spPr/>
        <p:txBody>
          <a:bodyPr/>
          <a:lstStyle/>
          <a:p>
            <a:fld id="{D32BAE6A-B452-4007-8177-56DD051636F9}" type="slidenum">
              <a:rPr lang="en-GB" noProof="1" smtClean="0"/>
              <a:pPr/>
              <a:t>6</a:t>
            </a:fld>
            <a:endParaRPr lang="en-GB" noProof="1"/>
          </a:p>
        </p:txBody>
      </p:sp>
      <p:sp>
        <p:nvSpPr>
          <p:cNvPr id="6" name="Footer Placeholder 5">
            <a:extLst>
              <a:ext uri="{FF2B5EF4-FFF2-40B4-BE49-F238E27FC236}">
                <a16:creationId xmlns:a16="http://schemas.microsoft.com/office/drawing/2014/main" id="{CA7685D0-C520-BCDB-4C8F-4E83A564C87D}"/>
              </a:ext>
            </a:extLst>
          </p:cNvPr>
          <p:cNvSpPr>
            <a:spLocks noGrp="1"/>
          </p:cNvSpPr>
          <p:nvPr>
            <p:ph type="ftr" sz="quarter" idx="3"/>
          </p:nvPr>
        </p:nvSpPr>
        <p:spPr/>
        <p:txBody>
          <a:bodyPr/>
          <a:lstStyle/>
          <a:p>
            <a:pPr>
              <a:defRPr/>
            </a:pPr>
            <a:r>
              <a:rPr lang="en-GB" noProof="1"/>
              <a:t> </a:t>
            </a:r>
          </a:p>
        </p:txBody>
      </p:sp>
      <p:sp>
        <p:nvSpPr>
          <p:cNvPr id="7" name="TextBox 6">
            <a:extLst>
              <a:ext uri="{FF2B5EF4-FFF2-40B4-BE49-F238E27FC236}">
                <a16:creationId xmlns:a16="http://schemas.microsoft.com/office/drawing/2014/main" id="{167F9683-60DF-4D22-23E1-516D90F6F2BF}"/>
              </a:ext>
            </a:extLst>
          </p:cNvPr>
          <p:cNvSpPr txBox="1"/>
          <p:nvPr/>
        </p:nvSpPr>
        <p:spPr>
          <a:xfrm>
            <a:off x="508000" y="570241"/>
            <a:ext cx="10058400" cy="646331"/>
          </a:xfrm>
          <a:prstGeom prst="rect">
            <a:avLst/>
          </a:prstGeom>
          <a:noFill/>
        </p:spPr>
        <p:txBody>
          <a:bodyPr wrap="square">
            <a:spAutoFit/>
          </a:bodyPr>
          <a:lstStyle/>
          <a:p>
            <a:pPr algn="l"/>
            <a:r>
              <a:rPr sz="3600" b="1" i="0">
                <a:solidFill>
                  <a:schemeClr val="tx1">
                    <a:lumMod val="50000"/>
                  </a:schemeClr>
                </a:solidFill>
                <a:latin typeface="+mj-lt"/>
              </a:rPr>
              <a:t>Trusted Open-Source Libraries</a:t>
            </a:r>
          </a:p>
        </p:txBody>
      </p:sp>
      <p:sp>
        <p:nvSpPr>
          <p:cNvPr id="8" name="TextBox 7">
            <a:extLst>
              <a:ext uri="{FF2B5EF4-FFF2-40B4-BE49-F238E27FC236}">
                <a16:creationId xmlns:a16="http://schemas.microsoft.com/office/drawing/2014/main" id="{25CBE818-50BE-E52B-0867-AF8EF9AF8FB5}"/>
              </a:ext>
            </a:extLst>
          </p:cNvPr>
          <p:cNvSpPr txBox="1"/>
          <p:nvPr/>
        </p:nvSpPr>
        <p:spPr>
          <a:xfrm>
            <a:off x="508000" y="1115568"/>
            <a:ext cx="9144000" cy="369332"/>
          </a:xfrm>
          <a:prstGeom prst="rect">
            <a:avLst/>
          </a:prstGeom>
          <a:noFill/>
        </p:spPr>
        <p:txBody>
          <a:bodyPr wrap="square">
            <a:spAutoFit/>
          </a:bodyPr>
          <a:lstStyle/>
          <a:p>
            <a:pPr algn="l"/>
            <a:r>
              <a:rPr sz="1800" b="0" i="0">
                <a:solidFill>
                  <a:schemeClr val="accent2"/>
                </a:solidFill>
                <a:latin typeface="+mj-lt"/>
              </a:rPr>
              <a:t>Every dependency is industry-standard, audit-friendly, and publicly maintained</a:t>
            </a:r>
          </a:p>
        </p:txBody>
      </p:sp>
      <p:sp>
        <p:nvSpPr>
          <p:cNvPr id="9" name="TextBox 8">
            <a:extLst>
              <a:ext uri="{FF2B5EF4-FFF2-40B4-BE49-F238E27FC236}">
                <a16:creationId xmlns:a16="http://schemas.microsoft.com/office/drawing/2014/main" id="{0BBB0B0A-69E1-3F2D-C88F-2E8BABC3DBAF}"/>
              </a:ext>
            </a:extLst>
          </p:cNvPr>
          <p:cNvSpPr txBox="1"/>
          <p:nvPr/>
        </p:nvSpPr>
        <p:spPr>
          <a:xfrm>
            <a:off x="585216" y="1802047"/>
            <a:ext cx="1651521" cy="307777"/>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lgn="ctr"/>
            <a:r>
              <a:rPr sz="1400" b="1" i="0">
                <a:latin typeface="ShellBook" panose="00000500000000000000" pitchFamily="2" charset="0"/>
              </a:rPr>
              <a:t>Library</a:t>
            </a:r>
          </a:p>
        </p:txBody>
      </p:sp>
      <p:sp>
        <p:nvSpPr>
          <p:cNvPr id="10" name="TextBox 9">
            <a:extLst>
              <a:ext uri="{FF2B5EF4-FFF2-40B4-BE49-F238E27FC236}">
                <a16:creationId xmlns:a16="http://schemas.microsoft.com/office/drawing/2014/main" id="{082D8A4A-834F-CC8B-5BA0-B73DF905C4BA}"/>
              </a:ext>
            </a:extLst>
          </p:cNvPr>
          <p:cNvSpPr txBox="1"/>
          <p:nvPr/>
        </p:nvSpPr>
        <p:spPr>
          <a:xfrm>
            <a:off x="2432304" y="1802047"/>
            <a:ext cx="860899" cy="307777"/>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lgn="ctr"/>
            <a:r>
              <a:rPr sz="1400" b="1" i="0" err="1">
                <a:latin typeface="ShellBook" panose="00000500000000000000" pitchFamily="2" charset="0"/>
              </a:rPr>
              <a:t>Licence</a:t>
            </a:r>
            <a:endParaRPr sz="1400" b="1" i="0">
              <a:latin typeface="ShellBook" panose="00000500000000000000" pitchFamily="2" charset="0"/>
            </a:endParaRPr>
          </a:p>
        </p:txBody>
      </p:sp>
      <p:sp>
        <p:nvSpPr>
          <p:cNvPr id="11" name="Rectangle 10">
            <a:extLst>
              <a:ext uri="{FF2B5EF4-FFF2-40B4-BE49-F238E27FC236}">
                <a16:creationId xmlns:a16="http://schemas.microsoft.com/office/drawing/2014/main" id="{BEA1F2E5-186A-2E19-971A-3C3CCDD185EC}"/>
              </a:ext>
            </a:extLst>
          </p:cNvPr>
          <p:cNvSpPr/>
          <p:nvPr/>
        </p:nvSpPr>
        <p:spPr>
          <a:xfrm>
            <a:off x="3511296" y="1802047"/>
            <a:ext cx="1879921" cy="339209"/>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b="1">
                <a:solidFill>
                  <a:schemeClr val="bg1"/>
                </a:solidFill>
                <a:latin typeface="ShellBook" panose="00000500000000000000" pitchFamily="2" charset="0"/>
              </a:rPr>
              <a:t>Trust Signal</a:t>
            </a:r>
            <a:endParaRPr sz="1400" b="1">
              <a:solidFill>
                <a:schemeClr val="bg1"/>
              </a:solidFill>
              <a:latin typeface="ShellBook" panose="00000500000000000000" pitchFamily="2" charset="0"/>
            </a:endParaRPr>
          </a:p>
        </p:txBody>
      </p:sp>
      <p:sp>
        <p:nvSpPr>
          <p:cNvPr id="12" name="TextBox 11">
            <a:extLst>
              <a:ext uri="{FF2B5EF4-FFF2-40B4-BE49-F238E27FC236}">
                <a16:creationId xmlns:a16="http://schemas.microsoft.com/office/drawing/2014/main" id="{8076938F-10AF-9E7B-8E2B-E847BE587FE3}"/>
              </a:ext>
            </a:extLst>
          </p:cNvPr>
          <p:cNvSpPr txBox="1"/>
          <p:nvPr/>
        </p:nvSpPr>
        <p:spPr>
          <a:xfrm>
            <a:off x="5586983" y="1802047"/>
            <a:ext cx="6483097" cy="307777"/>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lgn="ctr"/>
            <a:r>
              <a:rPr sz="1400" b="1" i="0">
                <a:latin typeface="ShellBook" panose="00000500000000000000" pitchFamily="2" charset="0"/>
              </a:rPr>
              <a:t>Purpose</a:t>
            </a:r>
          </a:p>
        </p:txBody>
      </p:sp>
      <p:sp>
        <p:nvSpPr>
          <p:cNvPr id="13" name="TextBox 12">
            <a:extLst>
              <a:ext uri="{FF2B5EF4-FFF2-40B4-BE49-F238E27FC236}">
                <a16:creationId xmlns:a16="http://schemas.microsoft.com/office/drawing/2014/main" id="{49AE306C-0CDA-A5C0-F6E4-4972D8CA661C}"/>
              </a:ext>
            </a:extLst>
          </p:cNvPr>
          <p:cNvSpPr txBox="1"/>
          <p:nvPr/>
        </p:nvSpPr>
        <p:spPr>
          <a:xfrm>
            <a:off x="594360" y="2204383"/>
            <a:ext cx="168249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lang="en-US" sz="1400" b="1" i="0" err="1">
                <a:latin typeface="ShellBook" panose="00000500000000000000" pitchFamily="2" charset="0"/>
              </a:rPr>
              <a:t>F</a:t>
            </a:r>
            <a:r>
              <a:rPr sz="1400" b="1" i="0" err="1">
                <a:latin typeface="ShellBook" panose="00000500000000000000" pitchFamily="2" charset="0"/>
              </a:rPr>
              <a:t>astmcp</a:t>
            </a:r>
            <a:endParaRPr lang="en-US" sz="1400" b="1" i="0">
              <a:latin typeface="ShellBook" panose="00000500000000000000" pitchFamily="2" charset="0"/>
            </a:endParaRPr>
          </a:p>
          <a:p>
            <a:pPr algn="l"/>
            <a:endParaRPr sz="1400" b="1" i="0">
              <a:latin typeface="ShellBook" panose="00000500000000000000" pitchFamily="2" charset="0"/>
            </a:endParaRPr>
          </a:p>
        </p:txBody>
      </p:sp>
      <p:sp>
        <p:nvSpPr>
          <p:cNvPr id="14" name="TextBox 13">
            <a:extLst>
              <a:ext uri="{FF2B5EF4-FFF2-40B4-BE49-F238E27FC236}">
                <a16:creationId xmlns:a16="http://schemas.microsoft.com/office/drawing/2014/main" id="{B39F169F-7C92-54BB-2E64-65A3B622A3D6}"/>
              </a:ext>
            </a:extLst>
          </p:cNvPr>
          <p:cNvSpPr txBox="1"/>
          <p:nvPr/>
        </p:nvSpPr>
        <p:spPr>
          <a:xfrm>
            <a:off x="2441448" y="2204383"/>
            <a:ext cx="85953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MIT</a:t>
            </a:r>
            <a:endParaRPr lang="en-US" sz="1400" b="0" i="0">
              <a:latin typeface="ShellBook" panose="00000500000000000000" pitchFamily="2" charset="0"/>
            </a:endParaRPr>
          </a:p>
          <a:p>
            <a:pPr algn="l"/>
            <a:endParaRPr sz="1400" b="0" i="0">
              <a:latin typeface="ShellBook" panose="00000500000000000000" pitchFamily="2" charset="0"/>
            </a:endParaRPr>
          </a:p>
        </p:txBody>
      </p:sp>
      <p:sp>
        <p:nvSpPr>
          <p:cNvPr id="15" name="TextBox 14">
            <a:extLst>
              <a:ext uri="{FF2B5EF4-FFF2-40B4-BE49-F238E27FC236}">
                <a16:creationId xmlns:a16="http://schemas.microsoft.com/office/drawing/2014/main" id="{DE4ABE4D-884C-0D7E-5149-EDCDE523F4A6}"/>
              </a:ext>
            </a:extLst>
          </p:cNvPr>
          <p:cNvSpPr txBox="1"/>
          <p:nvPr/>
        </p:nvSpPr>
        <p:spPr>
          <a:xfrm>
            <a:off x="3465576" y="2204383"/>
            <a:ext cx="195681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PyPI — 10k+ downloads/month</a:t>
            </a:r>
          </a:p>
        </p:txBody>
      </p:sp>
      <p:sp>
        <p:nvSpPr>
          <p:cNvPr id="16" name="TextBox 15">
            <a:extLst>
              <a:ext uri="{FF2B5EF4-FFF2-40B4-BE49-F238E27FC236}">
                <a16:creationId xmlns:a16="http://schemas.microsoft.com/office/drawing/2014/main" id="{87A5AAAA-12C2-E5A0-F923-B43FD756BEAB}"/>
              </a:ext>
            </a:extLst>
          </p:cNvPr>
          <p:cNvSpPr txBox="1"/>
          <p:nvPr/>
        </p:nvSpPr>
        <p:spPr>
          <a:xfrm>
            <a:off x="5596128" y="2204383"/>
            <a:ext cx="64008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MCP server framework. Provides the protocol layer between Copilot and the Python server. Actively maintained by the MCP open-source community.</a:t>
            </a:r>
          </a:p>
        </p:txBody>
      </p:sp>
      <p:sp>
        <p:nvSpPr>
          <p:cNvPr id="17" name="TextBox 16">
            <a:extLst>
              <a:ext uri="{FF2B5EF4-FFF2-40B4-BE49-F238E27FC236}">
                <a16:creationId xmlns:a16="http://schemas.microsoft.com/office/drawing/2014/main" id="{94755B25-2C83-E232-5A59-C0614304B07D}"/>
              </a:ext>
            </a:extLst>
          </p:cNvPr>
          <p:cNvSpPr txBox="1"/>
          <p:nvPr/>
        </p:nvSpPr>
        <p:spPr>
          <a:xfrm>
            <a:off x="594360" y="2771311"/>
            <a:ext cx="168249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lang="en-US" sz="1400" b="1" i="0">
                <a:latin typeface="ShellBook" panose="00000500000000000000" pitchFamily="2" charset="0"/>
              </a:rPr>
              <a:t>R</a:t>
            </a:r>
            <a:r>
              <a:rPr sz="1400" b="1" i="0">
                <a:latin typeface="ShellBook" panose="00000500000000000000" pitchFamily="2" charset="0"/>
              </a:rPr>
              <a:t>equests</a:t>
            </a:r>
            <a:endParaRPr lang="en-US" sz="1400" b="1" i="0">
              <a:latin typeface="ShellBook" panose="00000500000000000000" pitchFamily="2" charset="0"/>
            </a:endParaRPr>
          </a:p>
          <a:p>
            <a:pPr algn="l"/>
            <a:endParaRPr sz="1400" b="1" i="0">
              <a:latin typeface="ShellBook" panose="00000500000000000000" pitchFamily="2" charset="0"/>
            </a:endParaRPr>
          </a:p>
        </p:txBody>
      </p:sp>
      <p:sp>
        <p:nvSpPr>
          <p:cNvPr id="18" name="TextBox 17">
            <a:extLst>
              <a:ext uri="{FF2B5EF4-FFF2-40B4-BE49-F238E27FC236}">
                <a16:creationId xmlns:a16="http://schemas.microsoft.com/office/drawing/2014/main" id="{30621054-75F1-7DD9-9A12-CC13B0BF3EC9}"/>
              </a:ext>
            </a:extLst>
          </p:cNvPr>
          <p:cNvSpPr txBox="1"/>
          <p:nvPr/>
        </p:nvSpPr>
        <p:spPr>
          <a:xfrm>
            <a:off x="2441448" y="2771311"/>
            <a:ext cx="850391"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Apache 2.0</a:t>
            </a:r>
          </a:p>
        </p:txBody>
      </p:sp>
      <p:sp>
        <p:nvSpPr>
          <p:cNvPr id="19" name="TextBox 18">
            <a:extLst>
              <a:ext uri="{FF2B5EF4-FFF2-40B4-BE49-F238E27FC236}">
                <a16:creationId xmlns:a16="http://schemas.microsoft.com/office/drawing/2014/main" id="{CEA276E3-8722-DA0A-C870-6F50D68816D6}"/>
              </a:ext>
            </a:extLst>
          </p:cNvPr>
          <p:cNvSpPr txBox="1"/>
          <p:nvPr/>
        </p:nvSpPr>
        <p:spPr>
          <a:xfrm>
            <a:off x="3465576" y="2771311"/>
            <a:ext cx="195681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PyPI — 300M+ downloads/month</a:t>
            </a:r>
          </a:p>
        </p:txBody>
      </p:sp>
      <p:sp>
        <p:nvSpPr>
          <p:cNvPr id="20" name="TextBox 19">
            <a:extLst>
              <a:ext uri="{FF2B5EF4-FFF2-40B4-BE49-F238E27FC236}">
                <a16:creationId xmlns:a16="http://schemas.microsoft.com/office/drawing/2014/main" id="{A04E3087-AD6B-A95B-8D0E-D055E0C6FEAA}"/>
              </a:ext>
            </a:extLst>
          </p:cNvPr>
          <p:cNvSpPr txBox="1"/>
          <p:nvPr/>
        </p:nvSpPr>
        <p:spPr>
          <a:xfrm>
            <a:off x="5596128" y="2771311"/>
            <a:ext cx="64008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The most widely used Python HTTP library in the world. Powers AWS CLI, pip, and thousands of enterprise products.</a:t>
            </a:r>
          </a:p>
        </p:txBody>
      </p:sp>
      <p:sp>
        <p:nvSpPr>
          <p:cNvPr id="21" name="TextBox 20">
            <a:extLst>
              <a:ext uri="{FF2B5EF4-FFF2-40B4-BE49-F238E27FC236}">
                <a16:creationId xmlns:a16="http://schemas.microsoft.com/office/drawing/2014/main" id="{ABB8995D-767A-70B5-33B3-110D028DF8D9}"/>
              </a:ext>
            </a:extLst>
          </p:cNvPr>
          <p:cNvSpPr txBox="1"/>
          <p:nvPr/>
        </p:nvSpPr>
        <p:spPr>
          <a:xfrm>
            <a:off x="594360" y="3338239"/>
            <a:ext cx="1682496" cy="73866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1" i="0">
                <a:latin typeface="ShellBook" panose="00000500000000000000" pitchFamily="2" charset="0"/>
              </a:rPr>
              <a:t>requests-negotiate-</a:t>
            </a:r>
            <a:r>
              <a:rPr sz="1400" b="1" i="0" err="1">
                <a:latin typeface="ShellBook" panose="00000500000000000000" pitchFamily="2" charset="0"/>
              </a:rPr>
              <a:t>sspi</a:t>
            </a:r>
            <a:endParaRPr lang="en-US" sz="1400" b="1" i="0">
              <a:latin typeface="ShellBook" panose="00000500000000000000" pitchFamily="2" charset="0"/>
            </a:endParaRPr>
          </a:p>
          <a:p>
            <a:pPr algn="l"/>
            <a:endParaRPr sz="1400" b="1" i="0">
              <a:latin typeface="ShellBook" panose="00000500000000000000" pitchFamily="2" charset="0"/>
            </a:endParaRPr>
          </a:p>
        </p:txBody>
      </p:sp>
      <p:sp>
        <p:nvSpPr>
          <p:cNvPr id="22" name="TextBox 21">
            <a:extLst>
              <a:ext uri="{FF2B5EF4-FFF2-40B4-BE49-F238E27FC236}">
                <a16:creationId xmlns:a16="http://schemas.microsoft.com/office/drawing/2014/main" id="{1E8400FC-5221-49C8-E451-AC7B7352FA79}"/>
              </a:ext>
            </a:extLst>
          </p:cNvPr>
          <p:cNvSpPr txBox="1"/>
          <p:nvPr/>
        </p:nvSpPr>
        <p:spPr>
          <a:xfrm>
            <a:off x="2441448" y="3338239"/>
            <a:ext cx="850391"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MIT</a:t>
            </a:r>
            <a:endParaRPr lang="en-US" sz="1400" b="0" i="0">
              <a:latin typeface="ShellBook" panose="00000500000000000000" pitchFamily="2" charset="0"/>
            </a:endParaRPr>
          </a:p>
          <a:p>
            <a:pPr algn="l"/>
            <a:endParaRPr sz="1400" b="0" i="0">
              <a:latin typeface="ShellBook" panose="00000500000000000000" pitchFamily="2" charset="0"/>
            </a:endParaRPr>
          </a:p>
        </p:txBody>
      </p:sp>
      <p:sp>
        <p:nvSpPr>
          <p:cNvPr id="23" name="TextBox 22">
            <a:extLst>
              <a:ext uri="{FF2B5EF4-FFF2-40B4-BE49-F238E27FC236}">
                <a16:creationId xmlns:a16="http://schemas.microsoft.com/office/drawing/2014/main" id="{ED3471F7-3483-B232-BC7E-E2C03469A6D4}"/>
              </a:ext>
            </a:extLst>
          </p:cNvPr>
          <p:cNvSpPr txBox="1"/>
          <p:nvPr/>
        </p:nvSpPr>
        <p:spPr>
          <a:xfrm>
            <a:off x="3465576" y="3338239"/>
            <a:ext cx="195681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PyPI — corporate standard</a:t>
            </a:r>
          </a:p>
        </p:txBody>
      </p:sp>
      <p:sp>
        <p:nvSpPr>
          <p:cNvPr id="24" name="TextBox 23">
            <a:extLst>
              <a:ext uri="{FF2B5EF4-FFF2-40B4-BE49-F238E27FC236}">
                <a16:creationId xmlns:a16="http://schemas.microsoft.com/office/drawing/2014/main" id="{B1FBCE1E-640E-54D2-F337-9378356CE24B}"/>
              </a:ext>
            </a:extLst>
          </p:cNvPr>
          <p:cNvSpPr txBox="1"/>
          <p:nvPr/>
        </p:nvSpPr>
        <p:spPr>
          <a:xfrm>
            <a:off x="5596128" y="3338239"/>
            <a:ext cx="64008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Adds Windows SSPI/Kerberos auth to requests. Used by SAP, Microsoft, and large enterprise Python stacks. No credentials are handled — OS does the auth.</a:t>
            </a:r>
          </a:p>
        </p:txBody>
      </p:sp>
      <p:sp>
        <p:nvSpPr>
          <p:cNvPr id="25" name="TextBox 24">
            <a:extLst>
              <a:ext uri="{FF2B5EF4-FFF2-40B4-BE49-F238E27FC236}">
                <a16:creationId xmlns:a16="http://schemas.microsoft.com/office/drawing/2014/main" id="{628D050B-9334-0E74-3109-73D9904E1F24}"/>
              </a:ext>
            </a:extLst>
          </p:cNvPr>
          <p:cNvSpPr txBox="1"/>
          <p:nvPr/>
        </p:nvSpPr>
        <p:spPr>
          <a:xfrm>
            <a:off x="594360" y="3905167"/>
            <a:ext cx="168249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lang="en-US" sz="1400" b="1" i="0" err="1">
                <a:latin typeface="ShellBook" panose="00000500000000000000" pitchFamily="2" charset="0"/>
              </a:rPr>
              <a:t>T</a:t>
            </a:r>
            <a:r>
              <a:rPr sz="1400" b="1" i="0" err="1">
                <a:latin typeface="ShellBook" panose="00000500000000000000" pitchFamily="2" charset="0"/>
              </a:rPr>
              <a:t>ruststore</a:t>
            </a:r>
            <a:endParaRPr lang="en-US" sz="1400" b="1" i="0">
              <a:latin typeface="ShellBook" panose="00000500000000000000" pitchFamily="2" charset="0"/>
            </a:endParaRPr>
          </a:p>
          <a:p>
            <a:pPr algn="l"/>
            <a:endParaRPr sz="1400" b="1" i="0">
              <a:latin typeface="ShellBook" panose="00000500000000000000" pitchFamily="2" charset="0"/>
            </a:endParaRPr>
          </a:p>
        </p:txBody>
      </p:sp>
      <p:sp>
        <p:nvSpPr>
          <p:cNvPr id="26" name="TextBox 25">
            <a:extLst>
              <a:ext uri="{FF2B5EF4-FFF2-40B4-BE49-F238E27FC236}">
                <a16:creationId xmlns:a16="http://schemas.microsoft.com/office/drawing/2014/main" id="{D16ACD81-92E2-EE49-B238-B013DBEB96DE}"/>
              </a:ext>
            </a:extLst>
          </p:cNvPr>
          <p:cNvSpPr txBox="1"/>
          <p:nvPr/>
        </p:nvSpPr>
        <p:spPr>
          <a:xfrm>
            <a:off x="2450592" y="3905167"/>
            <a:ext cx="85953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MIT</a:t>
            </a:r>
            <a:endParaRPr lang="en-US" sz="1400" b="0" i="0">
              <a:latin typeface="ShellBook" panose="00000500000000000000" pitchFamily="2" charset="0"/>
            </a:endParaRPr>
          </a:p>
          <a:p>
            <a:pPr algn="l"/>
            <a:endParaRPr sz="1400" b="0" i="0">
              <a:latin typeface="ShellBook" panose="00000500000000000000" pitchFamily="2" charset="0"/>
            </a:endParaRPr>
          </a:p>
        </p:txBody>
      </p:sp>
      <p:sp>
        <p:nvSpPr>
          <p:cNvPr id="27" name="TextBox 26">
            <a:extLst>
              <a:ext uri="{FF2B5EF4-FFF2-40B4-BE49-F238E27FC236}">
                <a16:creationId xmlns:a16="http://schemas.microsoft.com/office/drawing/2014/main" id="{89A18C47-C751-0E41-85DC-6D37CBCA3837}"/>
              </a:ext>
            </a:extLst>
          </p:cNvPr>
          <p:cNvSpPr txBox="1"/>
          <p:nvPr/>
        </p:nvSpPr>
        <p:spPr>
          <a:xfrm>
            <a:off x="3465576" y="3905167"/>
            <a:ext cx="195681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PyPI — Python PSF endorsed</a:t>
            </a:r>
          </a:p>
        </p:txBody>
      </p:sp>
      <p:sp>
        <p:nvSpPr>
          <p:cNvPr id="28" name="TextBox 27">
            <a:extLst>
              <a:ext uri="{FF2B5EF4-FFF2-40B4-BE49-F238E27FC236}">
                <a16:creationId xmlns:a16="http://schemas.microsoft.com/office/drawing/2014/main" id="{5333DDDE-E1AA-F8F5-2C31-53EDF4ADE169}"/>
              </a:ext>
            </a:extLst>
          </p:cNvPr>
          <p:cNvSpPr txBox="1"/>
          <p:nvPr/>
        </p:nvSpPr>
        <p:spPr>
          <a:xfrm>
            <a:off x="5596128" y="3905167"/>
            <a:ext cx="64008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Injects the Windows Certificate Store into Python SSL. Endorsed by the Python Software Foundation. Ensures Shell corporate CA certs are trusted automatically.</a:t>
            </a:r>
          </a:p>
        </p:txBody>
      </p:sp>
      <p:sp>
        <p:nvSpPr>
          <p:cNvPr id="29" name="TextBox 28">
            <a:extLst>
              <a:ext uri="{FF2B5EF4-FFF2-40B4-BE49-F238E27FC236}">
                <a16:creationId xmlns:a16="http://schemas.microsoft.com/office/drawing/2014/main" id="{A87BE881-400B-80F6-A6AC-EA0F06AB25A3}"/>
              </a:ext>
            </a:extLst>
          </p:cNvPr>
          <p:cNvSpPr txBox="1"/>
          <p:nvPr/>
        </p:nvSpPr>
        <p:spPr>
          <a:xfrm>
            <a:off x="594360" y="4472095"/>
            <a:ext cx="168249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1" i="0">
                <a:latin typeface="ShellBook" panose="00000500000000000000" pitchFamily="2" charset="0"/>
              </a:rPr>
              <a:t>python-</a:t>
            </a:r>
            <a:r>
              <a:rPr sz="1400" b="1" i="0" err="1">
                <a:latin typeface="ShellBook" panose="00000500000000000000" pitchFamily="2" charset="0"/>
              </a:rPr>
              <a:t>dotenv</a:t>
            </a:r>
            <a:endParaRPr lang="en-US" sz="1400" b="1" i="0">
              <a:latin typeface="ShellBook" panose="00000500000000000000" pitchFamily="2" charset="0"/>
            </a:endParaRPr>
          </a:p>
          <a:p>
            <a:pPr algn="l"/>
            <a:endParaRPr sz="1400" b="1" i="0">
              <a:latin typeface="ShellBook" panose="00000500000000000000" pitchFamily="2" charset="0"/>
            </a:endParaRPr>
          </a:p>
        </p:txBody>
      </p:sp>
      <p:sp>
        <p:nvSpPr>
          <p:cNvPr id="30" name="TextBox 29">
            <a:extLst>
              <a:ext uri="{FF2B5EF4-FFF2-40B4-BE49-F238E27FC236}">
                <a16:creationId xmlns:a16="http://schemas.microsoft.com/office/drawing/2014/main" id="{8F4817C1-FDCF-F005-8D14-051A66FAA68F}"/>
              </a:ext>
            </a:extLst>
          </p:cNvPr>
          <p:cNvSpPr txBox="1"/>
          <p:nvPr/>
        </p:nvSpPr>
        <p:spPr>
          <a:xfrm>
            <a:off x="2441448" y="4472095"/>
            <a:ext cx="85953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BSD-3</a:t>
            </a:r>
            <a:endParaRPr lang="en-US" sz="1400" b="0" i="0">
              <a:latin typeface="ShellBook" panose="00000500000000000000" pitchFamily="2" charset="0"/>
            </a:endParaRPr>
          </a:p>
          <a:p>
            <a:pPr algn="l"/>
            <a:endParaRPr sz="1400" b="0" i="0">
              <a:latin typeface="ShellBook" panose="00000500000000000000" pitchFamily="2" charset="0"/>
            </a:endParaRPr>
          </a:p>
        </p:txBody>
      </p:sp>
      <p:sp>
        <p:nvSpPr>
          <p:cNvPr id="31" name="TextBox 30">
            <a:extLst>
              <a:ext uri="{FF2B5EF4-FFF2-40B4-BE49-F238E27FC236}">
                <a16:creationId xmlns:a16="http://schemas.microsoft.com/office/drawing/2014/main" id="{C604F43B-47E9-F3B6-2F1E-6E2315A1D82B}"/>
              </a:ext>
            </a:extLst>
          </p:cNvPr>
          <p:cNvSpPr txBox="1"/>
          <p:nvPr/>
        </p:nvSpPr>
        <p:spPr>
          <a:xfrm>
            <a:off x="3465576" y="4472095"/>
            <a:ext cx="195681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PyPI — 100M+ downloads/month</a:t>
            </a:r>
          </a:p>
        </p:txBody>
      </p:sp>
      <p:sp>
        <p:nvSpPr>
          <p:cNvPr id="33" name="TextBox 32">
            <a:extLst>
              <a:ext uri="{FF2B5EF4-FFF2-40B4-BE49-F238E27FC236}">
                <a16:creationId xmlns:a16="http://schemas.microsoft.com/office/drawing/2014/main" id="{AEDB88B9-7919-F91A-2E42-412602738FA4}"/>
              </a:ext>
            </a:extLst>
          </p:cNvPr>
          <p:cNvSpPr txBox="1"/>
          <p:nvPr/>
        </p:nvSpPr>
        <p:spPr>
          <a:xfrm>
            <a:off x="594360" y="5039023"/>
            <a:ext cx="168249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lang="en-US" sz="1400" b="1" i="0" err="1">
                <a:latin typeface="ShellBook" panose="00000500000000000000" pitchFamily="2" charset="0"/>
              </a:rPr>
              <a:t>X</a:t>
            </a:r>
            <a:r>
              <a:rPr sz="1400" b="1" i="0" err="1">
                <a:latin typeface="ShellBook" panose="00000500000000000000" pitchFamily="2" charset="0"/>
              </a:rPr>
              <a:t>mltodict</a:t>
            </a:r>
            <a:endParaRPr lang="en-US" sz="1400" b="1" i="0">
              <a:latin typeface="ShellBook" panose="00000500000000000000" pitchFamily="2" charset="0"/>
            </a:endParaRPr>
          </a:p>
          <a:p>
            <a:pPr algn="l"/>
            <a:endParaRPr sz="1400" b="1" i="0">
              <a:latin typeface="ShellBook" panose="00000500000000000000" pitchFamily="2" charset="0"/>
            </a:endParaRPr>
          </a:p>
        </p:txBody>
      </p:sp>
      <p:sp>
        <p:nvSpPr>
          <p:cNvPr id="34" name="TextBox 33">
            <a:extLst>
              <a:ext uri="{FF2B5EF4-FFF2-40B4-BE49-F238E27FC236}">
                <a16:creationId xmlns:a16="http://schemas.microsoft.com/office/drawing/2014/main" id="{FA2770B3-FCF3-4E87-3C7A-0414977E5F15}"/>
              </a:ext>
            </a:extLst>
          </p:cNvPr>
          <p:cNvSpPr txBox="1"/>
          <p:nvPr/>
        </p:nvSpPr>
        <p:spPr>
          <a:xfrm>
            <a:off x="2441448" y="5039023"/>
            <a:ext cx="85953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MIT</a:t>
            </a:r>
            <a:endParaRPr lang="en-US" sz="1400" b="0" i="0">
              <a:latin typeface="ShellBook" panose="00000500000000000000" pitchFamily="2" charset="0"/>
            </a:endParaRPr>
          </a:p>
          <a:p>
            <a:pPr algn="l"/>
            <a:endParaRPr sz="1400" b="0" i="0">
              <a:latin typeface="ShellBook" panose="00000500000000000000" pitchFamily="2" charset="0"/>
            </a:endParaRPr>
          </a:p>
        </p:txBody>
      </p:sp>
      <p:sp>
        <p:nvSpPr>
          <p:cNvPr id="35" name="TextBox 34">
            <a:extLst>
              <a:ext uri="{FF2B5EF4-FFF2-40B4-BE49-F238E27FC236}">
                <a16:creationId xmlns:a16="http://schemas.microsoft.com/office/drawing/2014/main" id="{E0AD28EA-936E-8DE9-1539-6582A4BEE36B}"/>
              </a:ext>
            </a:extLst>
          </p:cNvPr>
          <p:cNvSpPr txBox="1"/>
          <p:nvPr/>
        </p:nvSpPr>
        <p:spPr>
          <a:xfrm>
            <a:off x="3465576" y="5039023"/>
            <a:ext cx="195681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PyPI — 50M+ downloads/month</a:t>
            </a:r>
          </a:p>
        </p:txBody>
      </p:sp>
      <p:sp>
        <p:nvSpPr>
          <p:cNvPr id="36" name="TextBox 35">
            <a:extLst>
              <a:ext uri="{FF2B5EF4-FFF2-40B4-BE49-F238E27FC236}">
                <a16:creationId xmlns:a16="http://schemas.microsoft.com/office/drawing/2014/main" id="{8EB669BC-834C-6AE2-3EAE-AD3E063F4816}"/>
              </a:ext>
            </a:extLst>
          </p:cNvPr>
          <p:cNvSpPr txBox="1"/>
          <p:nvPr/>
        </p:nvSpPr>
        <p:spPr>
          <a:xfrm>
            <a:off x="5596128" y="5039023"/>
            <a:ext cx="64008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Parses SAP ADT XML responses into Python </a:t>
            </a:r>
            <a:r>
              <a:rPr sz="1400" b="0" i="0" err="1">
                <a:latin typeface="ShellBook" panose="00000500000000000000" pitchFamily="2" charset="0"/>
              </a:rPr>
              <a:t>dicts</a:t>
            </a:r>
            <a:r>
              <a:rPr sz="1400" b="0" i="0">
                <a:latin typeface="ShellBook" panose="00000500000000000000" pitchFamily="2" charset="0"/>
              </a:rPr>
              <a:t>. Pure Python, no native code, no network access.</a:t>
            </a:r>
          </a:p>
        </p:txBody>
      </p:sp>
      <p:sp>
        <p:nvSpPr>
          <p:cNvPr id="37" name="TextBox 36">
            <a:extLst>
              <a:ext uri="{FF2B5EF4-FFF2-40B4-BE49-F238E27FC236}">
                <a16:creationId xmlns:a16="http://schemas.microsoft.com/office/drawing/2014/main" id="{F7E2817A-2CA8-C9A8-C0B1-451CDAF37C82}"/>
              </a:ext>
            </a:extLst>
          </p:cNvPr>
          <p:cNvSpPr txBox="1"/>
          <p:nvPr/>
        </p:nvSpPr>
        <p:spPr>
          <a:xfrm>
            <a:off x="594360" y="5605951"/>
            <a:ext cx="168249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1" i="0">
                <a:latin typeface="ShellBook" panose="00000500000000000000" pitchFamily="2" charset="0"/>
              </a:rPr>
              <a:t>llama-index-core</a:t>
            </a:r>
            <a:endParaRPr lang="en-US" sz="1400" b="1" i="0">
              <a:latin typeface="ShellBook" panose="00000500000000000000" pitchFamily="2" charset="0"/>
            </a:endParaRPr>
          </a:p>
          <a:p>
            <a:pPr algn="l"/>
            <a:endParaRPr sz="1400" b="1" i="0">
              <a:latin typeface="ShellBook" panose="00000500000000000000" pitchFamily="2" charset="0"/>
            </a:endParaRPr>
          </a:p>
        </p:txBody>
      </p:sp>
      <p:sp>
        <p:nvSpPr>
          <p:cNvPr id="38" name="TextBox 37">
            <a:extLst>
              <a:ext uri="{FF2B5EF4-FFF2-40B4-BE49-F238E27FC236}">
                <a16:creationId xmlns:a16="http://schemas.microsoft.com/office/drawing/2014/main" id="{38E3E831-B58A-E9CB-4951-01458A9410FA}"/>
              </a:ext>
            </a:extLst>
          </p:cNvPr>
          <p:cNvSpPr txBox="1"/>
          <p:nvPr/>
        </p:nvSpPr>
        <p:spPr>
          <a:xfrm>
            <a:off x="2441448" y="5605951"/>
            <a:ext cx="859536"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MIT</a:t>
            </a:r>
            <a:endParaRPr lang="en-US" sz="1400" b="0" i="0">
              <a:latin typeface="ShellBook" panose="00000500000000000000" pitchFamily="2" charset="0"/>
            </a:endParaRPr>
          </a:p>
          <a:p>
            <a:pPr algn="l"/>
            <a:endParaRPr sz="1400" b="0" i="0">
              <a:latin typeface="ShellBook" panose="00000500000000000000" pitchFamily="2" charset="0"/>
            </a:endParaRPr>
          </a:p>
        </p:txBody>
      </p:sp>
      <p:sp>
        <p:nvSpPr>
          <p:cNvPr id="39" name="TextBox 38">
            <a:extLst>
              <a:ext uri="{FF2B5EF4-FFF2-40B4-BE49-F238E27FC236}">
                <a16:creationId xmlns:a16="http://schemas.microsoft.com/office/drawing/2014/main" id="{75E6E7F9-D5FE-8135-68AE-08F5908C9E58}"/>
              </a:ext>
            </a:extLst>
          </p:cNvPr>
          <p:cNvSpPr txBox="1"/>
          <p:nvPr/>
        </p:nvSpPr>
        <p:spPr>
          <a:xfrm>
            <a:off x="3465576" y="5605951"/>
            <a:ext cx="1956815"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PyPI — actively maintained</a:t>
            </a:r>
          </a:p>
        </p:txBody>
      </p:sp>
      <p:sp>
        <p:nvSpPr>
          <p:cNvPr id="40" name="TextBox 39">
            <a:extLst>
              <a:ext uri="{FF2B5EF4-FFF2-40B4-BE49-F238E27FC236}">
                <a16:creationId xmlns:a16="http://schemas.microsoft.com/office/drawing/2014/main" id="{25D6B821-0586-A63E-850F-869C75495F9E}"/>
              </a:ext>
            </a:extLst>
          </p:cNvPr>
          <p:cNvSpPr txBox="1"/>
          <p:nvPr/>
        </p:nvSpPr>
        <p:spPr>
          <a:xfrm>
            <a:off x="5596128" y="5605951"/>
            <a:ext cx="64008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latin typeface="ShellBook" panose="00000500000000000000" pitchFamily="2" charset="0"/>
              </a:rPr>
              <a:t>Keyword-based text retrieval for the BAPI/BADI search feature. No LLM calls made internally — used purely for TF-IDF keyword indexing of SAP catalog data.</a:t>
            </a:r>
          </a:p>
        </p:txBody>
      </p:sp>
      <p:sp>
        <p:nvSpPr>
          <p:cNvPr id="77" name="TextBox 76">
            <a:extLst>
              <a:ext uri="{FF2B5EF4-FFF2-40B4-BE49-F238E27FC236}">
                <a16:creationId xmlns:a16="http://schemas.microsoft.com/office/drawing/2014/main" id="{A37CB35C-630B-5846-357A-3C3B1859E3FB}"/>
              </a:ext>
            </a:extLst>
          </p:cNvPr>
          <p:cNvSpPr txBox="1"/>
          <p:nvPr/>
        </p:nvSpPr>
        <p:spPr>
          <a:xfrm>
            <a:off x="5623559" y="4491514"/>
            <a:ext cx="6400800"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400" b="0" i="0">
                <a:solidFill>
                  <a:srgbClr val="333333"/>
                </a:solidFill>
                <a:latin typeface="ShellBook" panose="00000500000000000000" pitchFamily="2" charset="0"/>
              </a:rPr>
              <a:t>Loads environment variables from a .env file. No network calls. No telemetry. Single-purpose configuration utility.</a:t>
            </a:r>
          </a:p>
        </p:txBody>
      </p:sp>
      <p:sp>
        <p:nvSpPr>
          <p:cNvPr id="78" name="Rectangle 77">
            <a:extLst>
              <a:ext uri="{FF2B5EF4-FFF2-40B4-BE49-F238E27FC236}">
                <a16:creationId xmlns:a16="http://schemas.microsoft.com/office/drawing/2014/main" id="{58AEC551-8B0E-27D2-1B93-F9034C376665}"/>
              </a:ext>
            </a:extLst>
          </p:cNvPr>
          <p:cNvSpPr/>
          <p:nvPr/>
        </p:nvSpPr>
        <p:spPr>
          <a:xfrm>
            <a:off x="2057400" y="2130552"/>
            <a:ext cx="219456"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87891567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202760A-EEEB-C9C7-4995-79F4BEF8A3E6}"/>
              </a:ext>
            </a:extLst>
          </p:cNvPr>
          <p:cNvSpPr>
            <a:spLocks noGrp="1"/>
          </p:cNvSpPr>
          <p:nvPr>
            <p:ph type="dt" sz="half" idx="2"/>
          </p:nvPr>
        </p:nvSpPr>
        <p:spPr/>
        <p:txBody>
          <a:bodyPr/>
          <a:lstStyle/>
          <a:p>
            <a:pPr>
              <a:defRPr/>
            </a:pPr>
            <a:fld id="{B23BB25C-70E0-4BBF-9477-1A1B91256A3C}" type="datetime2">
              <a:rPr lang="en-US" noProof="1" smtClean="0"/>
              <a:t>Tuesday, March 10, 2026</a:t>
            </a:fld>
            <a:endParaRPr lang="en-GB" noProof="1"/>
          </a:p>
        </p:txBody>
      </p:sp>
      <p:sp>
        <p:nvSpPr>
          <p:cNvPr id="5" name="Slide Number Placeholder 4">
            <a:extLst>
              <a:ext uri="{FF2B5EF4-FFF2-40B4-BE49-F238E27FC236}">
                <a16:creationId xmlns:a16="http://schemas.microsoft.com/office/drawing/2014/main" id="{733FB39D-58A4-9091-D2D0-EC7545C87CA5}"/>
              </a:ext>
            </a:extLst>
          </p:cNvPr>
          <p:cNvSpPr>
            <a:spLocks noGrp="1"/>
          </p:cNvSpPr>
          <p:nvPr>
            <p:ph type="sldNum" sz="quarter" idx="4"/>
          </p:nvPr>
        </p:nvSpPr>
        <p:spPr/>
        <p:txBody>
          <a:bodyPr/>
          <a:lstStyle/>
          <a:p>
            <a:fld id="{D32BAE6A-B452-4007-8177-56DD051636F9}" type="slidenum">
              <a:rPr lang="en-GB" noProof="1" smtClean="0"/>
              <a:pPr/>
              <a:t>7</a:t>
            </a:fld>
            <a:endParaRPr lang="en-GB" noProof="1"/>
          </a:p>
        </p:txBody>
      </p:sp>
      <p:sp>
        <p:nvSpPr>
          <p:cNvPr id="6" name="Footer Placeholder 5">
            <a:extLst>
              <a:ext uri="{FF2B5EF4-FFF2-40B4-BE49-F238E27FC236}">
                <a16:creationId xmlns:a16="http://schemas.microsoft.com/office/drawing/2014/main" id="{480AA7A4-8915-1F26-F758-B3006873E68C}"/>
              </a:ext>
            </a:extLst>
          </p:cNvPr>
          <p:cNvSpPr>
            <a:spLocks noGrp="1"/>
          </p:cNvSpPr>
          <p:nvPr>
            <p:ph type="ftr" sz="quarter" idx="3"/>
          </p:nvPr>
        </p:nvSpPr>
        <p:spPr/>
        <p:txBody>
          <a:bodyPr/>
          <a:lstStyle/>
          <a:p>
            <a:pPr>
              <a:defRPr/>
            </a:pPr>
            <a:r>
              <a:rPr lang="en-GB" noProof="1"/>
              <a:t> </a:t>
            </a:r>
          </a:p>
        </p:txBody>
      </p:sp>
      <p:sp>
        <p:nvSpPr>
          <p:cNvPr id="11" name="TextBox 10">
            <a:extLst>
              <a:ext uri="{FF2B5EF4-FFF2-40B4-BE49-F238E27FC236}">
                <a16:creationId xmlns:a16="http://schemas.microsoft.com/office/drawing/2014/main" id="{03308BAE-8248-92A4-270E-E9B852D66E43}"/>
              </a:ext>
            </a:extLst>
          </p:cNvPr>
          <p:cNvSpPr txBox="1"/>
          <p:nvPr/>
        </p:nvSpPr>
        <p:spPr>
          <a:xfrm>
            <a:off x="640080" y="424009"/>
            <a:ext cx="10058400" cy="646331"/>
          </a:xfrm>
          <a:prstGeom prst="rect">
            <a:avLst/>
          </a:prstGeom>
          <a:noFill/>
        </p:spPr>
        <p:txBody>
          <a:bodyPr wrap="square">
            <a:spAutoFit/>
          </a:bodyPr>
          <a:lstStyle/>
          <a:p>
            <a:pPr algn="l"/>
            <a:r>
              <a:rPr sz="3600" b="1" i="0">
                <a:latin typeface="+mj-lt"/>
              </a:rPr>
              <a:t>The LLM Cannot Write to SAP — By Design</a:t>
            </a:r>
          </a:p>
        </p:txBody>
      </p:sp>
      <p:sp>
        <p:nvSpPr>
          <p:cNvPr id="12" name="TextBox 11">
            <a:extLst>
              <a:ext uri="{FF2B5EF4-FFF2-40B4-BE49-F238E27FC236}">
                <a16:creationId xmlns:a16="http://schemas.microsoft.com/office/drawing/2014/main" id="{C133465C-BF19-7658-5A4E-AC033E5E5C87}"/>
              </a:ext>
            </a:extLst>
          </p:cNvPr>
          <p:cNvSpPr txBox="1"/>
          <p:nvPr/>
        </p:nvSpPr>
        <p:spPr>
          <a:xfrm>
            <a:off x="640080" y="972649"/>
            <a:ext cx="9144000" cy="369332"/>
          </a:xfrm>
          <a:prstGeom prst="rect">
            <a:avLst/>
          </a:prstGeom>
          <a:noFill/>
        </p:spPr>
        <p:txBody>
          <a:bodyPr wrap="square">
            <a:spAutoFit/>
          </a:bodyPr>
          <a:lstStyle/>
          <a:p>
            <a:pPr algn="l"/>
            <a:r>
              <a:rPr sz="1800" b="0" i="0">
                <a:solidFill>
                  <a:schemeClr val="accent2"/>
                </a:solidFill>
                <a:latin typeface="+mj-lt"/>
              </a:rPr>
              <a:t>Multiple independent layers prevent any data modification</a:t>
            </a:r>
          </a:p>
        </p:txBody>
      </p:sp>
      <p:sp>
        <p:nvSpPr>
          <p:cNvPr id="13" name="Rectangle: Rounded Corners 12">
            <a:extLst>
              <a:ext uri="{FF2B5EF4-FFF2-40B4-BE49-F238E27FC236}">
                <a16:creationId xmlns:a16="http://schemas.microsoft.com/office/drawing/2014/main" id="{99003E11-F39F-542E-C2C7-51CC5BCDF2E7}"/>
              </a:ext>
            </a:extLst>
          </p:cNvPr>
          <p:cNvSpPr/>
          <p:nvPr/>
        </p:nvSpPr>
        <p:spPr>
          <a:xfrm>
            <a:off x="661829" y="2797210"/>
            <a:ext cx="10662348" cy="124925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600" err="1"/>
          </a:p>
        </p:txBody>
      </p:sp>
      <p:sp>
        <p:nvSpPr>
          <p:cNvPr id="22" name="TextBox 21">
            <a:extLst>
              <a:ext uri="{FF2B5EF4-FFF2-40B4-BE49-F238E27FC236}">
                <a16:creationId xmlns:a16="http://schemas.microsoft.com/office/drawing/2014/main" id="{BFC93C78-94D8-0CDD-7C69-05617B81D71C}"/>
              </a:ext>
            </a:extLst>
          </p:cNvPr>
          <p:cNvSpPr txBox="1"/>
          <p:nvPr/>
        </p:nvSpPr>
        <p:spPr>
          <a:xfrm>
            <a:off x="749807" y="2968355"/>
            <a:ext cx="7752776" cy="307777"/>
          </a:xfrm>
          <a:prstGeom prst="rect">
            <a:avLst/>
          </a:prstGeom>
          <a:noFill/>
        </p:spPr>
        <p:txBody>
          <a:bodyPr wrap="square">
            <a:spAutoFit/>
          </a:bodyPr>
          <a:lstStyle/>
          <a:p>
            <a:pPr algn="l"/>
            <a:r>
              <a:rPr sz="1400" b="1" i="0">
                <a:solidFill>
                  <a:srgbClr val="00275A"/>
                </a:solidFill>
              </a:rPr>
              <a:t>Layer 2 — No CSRF Token for Modification Calls</a:t>
            </a:r>
          </a:p>
        </p:txBody>
      </p:sp>
      <p:sp>
        <p:nvSpPr>
          <p:cNvPr id="23" name="TextBox 22">
            <a:extLst>
              <a:ext uri="{FF2B5EF4-FFF2-40B4-BE49-F238E27FC236}">
                <a16:creationId xmlns:a16="http://schemas.microsoft.com/office/drawing/2014/main" id="{87FFB7ED-CA94-C279-2767-1A1688E39D26}"/>
              </a:ext>
            </a:extLst>
          </p:cNvPr>
          <p:cNvSpPr txBox="1"/>
          <p:nvPr/>
        </p:nvSpPr>
        <p:spPr>
          <a:xfrm>
            <a:off x="6057351" y="2976126"/>
            <a:ext cx="5098591" cy="307777"/>
          </a:xfrm>
          <a:prstGeom prst="rect">
            <a:avLst/>
          </a:prstGeom>
          <a:noFill/>
        </p:spPr>
        <p:txBody>
          <a:bodyPr wrap="square">
            <a:spAutoFit/>
          </a:bodyPr>
          <a:lstStyle/>
          <a:p>
            <a:pPr algn="r"/>
            <a:r>
              <a:rPr sz="1400" b="1" i="0">
                <a:solidFill>
                  <a:srgbClr val="1A7A4A"/>
                </a:solidFill>
              </a:rPr>
              <a:t>✅ SAP-enforced — server would get HTTP 403 even if it tried</a:t>
            </a:r>
          </a:p>
        </p:txBody>
      </p:sp>
      <p:sp>
        <p:nvSpPr>
          <p:cNvPr id="24" name="TextBox 23">
            <a:extLst>
              <a:ext uri="{FF2B5EF4-FFF2-40B4-BE49-F238E27FC236}">
                <a16:creationId xmlns:a16="http://schemas.microsoft.com/office/drawing/2014/main" id="{61D438F8-ECD9-E0CF-D53F-FD19D7B18F65}"/>
              </a:ext>
            </a:extLst>
          </p:cNvPr>
          <p:cNvSpPr txBox="1"/>
          <p:nvPr/>
        </p:nvSpPr>
        <p:spPr>
          <a:xfrm>
            <a:off x="749807" y="3324971"/>
            <a:ext cx="10301146" cy="738664"/>
          </a:xfrm>
          <a:prstGeom prst="rect">
            <a:avLst/>
          </a:prstGeom>
          <a:noFill/>
        </p:spPr>
        <p:txBody>
          <a:bodyPr wrap="square">
            <a:spAutoFit/>
          </a:bodyPr>
          <a:lstStyle/>
          <a:p>
            <a:pPr algn="l"/>
            <a:r>
              <a:rPr sz="1400" b="0" i="0">
                <a:solidFill>
                  <a:srgbClr val="333333"/>
                </a:solidFill>
                <a:latin typeface="ShellBook" panose="00000500000000000000" pitchFamily="2" charset="0"/>
              </a:rPr>
              <a:t>SAP ADT requires a valid CSRF token for all state-changing operations. The MCP server only fetches CSRF tokens for the </a:t>
            </a:r>
            <a:r>
              <a:rPr sz="1400" b="0" i="0" err="1">
                <a:solidFill>
                  <a:srgbClr val="333333"/>
                </a:solidFill>
                <a:latin typeface="ShellBook" panose="00000500000000000000" pitchFamily="2" charset="0"/>
              </a:rPr>
              <a:t>GetPackage</a:t>
            </a:r>
            <a:r>
              <a:rPr sz="1400" b="0" i="0">
                <a:solidFill>
                  <a:srgbClr val="333333"/>
                </a:solidFill>
                <a:latin typeface="ShellBook" panose="00000500000000000000" pitchFamily="2" charset="0"/>
              </a:rPr>
              <a:t> structural query (which is a POST by SAP ADT design, not a modification). No CSRF token is ever fetched for class/program/transport modification endpoints.</a:t>
            </a:r>
          </a:p>
        </p:txBody>
      </p:sp>
      <p:sp>
        <p:nvSpPr>
          <p:cNvPr id="25" name="Rectangle: Rounded Corners 24">
            <a:extLst>
              <a:ext uri="{FF2B5EF4-FFF2-40B4-BE49-F238E27FC236}">
                <a16:creationId xmlns:a16="http://schemas.microsoft.com/office/drawing/2014/main" id="{9BCDC70E-BC44-9C01-7974-6B9319696F36}"/>
              </a:ext>
            </a:extLst>
          </p:cNvPr>
          <p:cNvSpPr/>
          <p:nvPr/>
        </p:nvSpPr>
        <p:spPr>
          <a:xfrm>
            <a:off x="618415" y="4145905"/>
            <a:ext cx="10662348" cy="124925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600" err="1"/>
          </a:p>
        </p:txBody>
      </p:sp>
      <p:sp>
        <p:nvSpPr>
          <p:cNvPr id="26" name="TextBox 25">
            <a:extLst>
              <a:ext uri="{FF2B5EF4-FFF2-40B4-BE49-F238E27FC236}">
                <a16:creationId xmlns:a16="http://schemas.microsoft.com/office/drawing/2014/main" id="{17DA0758-6DBF-637A-6B38-3FC4911C1C64}"/>
              </a:ext>
            </a:extLst>
          </p:cNvPr>
          <p:cNvSpPr txBox="1"/>
          <p:nvPr/>
        </p:nvSpPr>
        <p:spPr>
          <a:xfrm>
            <a:off x="672392" y="4361348"/>
            <a:ext cx="7752776" cy="307777"/>
          </a:xfrm>
          <a:prstGeom prst="rect">
            <a:avLst/>
          </a:prstGeom>
          <a:noFill/>
        </p:spPr>
        <p:txBody>
          <a:bodyPr wrap="square">
            <a:spAutoFit/>
          </a:bodyPr>
          <a:lstStyle/>
          <a:p>
            <a:pPr algn="l"/>
            <a:r>
              <a:rPr sz="1400" b="1" i="0">
                <a:solidFill>
                  <a:srgbClr val="00275A"/>
                </a:solidFill>
              </a:rPr>
              <a:t>Layer 3 — Copilot Cannot Execute ABAP</a:t>
            </a:r>
          </a:p>
        </p:txBody>
      </p:sp>
      <p:sp>
        <p:nvSpPr>
          <p:cNvPr id="27" name="TextBox 26">
            <a:extLst>
              <a:ext uri="{FF2B5EF4-FFF2-40B4-BE49-F238E27FC236}">
                <a16:creationId xmlns:a16="http://schemas.microsoft.com/office/drawing/2014/main" id="{9AA25BFF-CFC2-24A3-A359-6619467C58CF}"/>
              </a:ext>
            </a:extLst>
          </p:cNvPr>
          <p:cNvSpPr txBox="1"/>
          <p:nvPr/>
        </p:nvSpPr>
        <p:spPr>
          <a:xfrm>
            <a:off x="6012902" y="4324371"/>
            <a:ext cx="5065172" cy="307777"/>
          </a:xfrm>
          <a:prstGeom prst="rect">
            <a:avLst/>
          </a:prstGeom>
          <a:noFill/>
        </p:spPr>
        <p:txBody>
          <a:bodyPr wrap="square">
            <a:spAutoFit/>
          </a:bodyPr>
          <a:lstStyle/>
          <a:p>
            <a:pPr algn="r"/>
            <a:r>
              <a:rPr sz="1400" b="1" i="0">
                <a:solidFill>
                  <a:srgbClr val="1A7A4A"/>
                </a:solidFill>
              </a:rPr>
              <a:t>✅ Human-in-the-loop — cannot be bypassed</a:t>
            </a:r>
          </a:p>
        </p:txBody>
      </p:sp>
      <p:sp>
        <p:nvSpPr>
          <p:cNvPr id="28" name="TextBox 27">
            <a:extLst>
              <a:ext uri="{FF2B5EF4-FFF2-40B4-BE49-F238E27FC236}">
                <a16:creationId xmlns:a16="http://schemas.microsoft.com/office/drawing/2014/main" id="{CF6B7303-8337-A8B3-3783-3276037DE003}"/>
              </a:ext>
            </a:extLst>
          </p:cNvPr>
          <p:cNvSpPr txBox="1"/>
          <p:nvPr/>
        </p:nvSpPr>
        <p:spPr>
          <a:xfrm>
            <a:off x="672392" y="4717964"/>
            <a:ext cx="10306908" cy="738664"/>
          </a:xfrm>
          <a:prstGeom prst="rect">
            <a:avLst/>
          </a:prstGeom>
          <a:noFill/>
        </p:spPr>
        <p:txBody>
          <a:bodyPr wrap="square">
            <a:spAutoFit/>
          </a:bodyPr>
          <a:lstStyle/>
          <a:p>
            <a:pPr algn="l"/>
            <a:r>
              <a:rPr sz="1400" b="0" i="0">
                <a:solidFill>
                  <a:srgbClr val="333333"/>
                </a:solidFill>
                <a:latin typeface="ShellBook" panose="00000500000000000000" pitchFamily="2" charset="0"/>
              </a:rPr>
              <a:t>GitHub Copilot generates ABAP code as text suggestions in the editor. It has no ability to submit that code to the SAP system — the developer must manually copy, open SE24/SE38, and activate it. The chain from 'LLM output' to 'running in SAP' always requires explicit human action.</a:t>
            </a:r>
          </a:p>
        </p:txBody>
      </p:sp>
      <p:sp>
        <p:nvSpPr>
          <p:cNvPr id="29" name="Rectangle: Rounded Corners 28">
            <a:extLst>
              <a:ext uri="{FF2B5EF4-FFF2-40B4-BE49-F238E27FC236}">
                <a16:creationId xmlns:a16="http://schemas.microsoft.com/office/drawing/2014/main" id="{0469B0E1-0400-819A-2704-50DE8A8EB6AF}"/>
              </a:ext>
            </a:extLst>
          </p:cNvPr>
          <p:cNvSpPr/>
          <p:nvPr/>
        </p:nvSpPr>
        <p:spPr>
          <a:xfrm>
            <a:off x="597774" y="5456628"/>
            <a:ext cx="10682989" cy="1249250"/>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600" err="1"/>
          </a:p>
        </p:txBody>
      </p:sp>
      <p:sp>
        <p:nvSpPr>
          <p:cNvPr id="30" name="TextBox 29">
            <a:extLst>
              <a:ext uri="{FF2B5EF4-FFF2-40B4-BE49-F238E27FC236}">
                <a16:creationId xmlns:a16="http://schemas.microsoft.com/office/drawing/2014/main" id="{49047B24-4206-6ED3-D28D-8A577B27FEDB}"/>
              </a:ext>
            </a:extLst>
          </p:cNvPr>
          <p:cNvSpPr txBox="1"/>
          <p:nvPr/>
        </p:nvSpPr>
        <p:spPr>
          <a:xfrm>
            <a:off x="603950" y="5677171"/>
            <a:ext cx="7752776" cy="307777"/>
          </a:xfrm>
          <a:prstGeom prst="rect">
            <a:avLst/>
          </a:prstGeom>
          <a:noFill/>
        </p:spPr>
        <p:txBody>
          <a:bodyPr wrap="square">
            <a:spAutoFit/>
          </a:bodyPr>
          <a:lstStyle/>
          <a:p>
            <a:pPr algn="l"/>
            <a:r>
              <a:rPr lang="en-US" sz="1400" b="1" i="0">
                <a:solidFill>
                  <a:srgbClr val="00275A"/>
                </a:solidFill>
              </a:rPr>
              <a:t> </a:t>
            </a:r>
            <a:r>
              <a:rPr sz="1400" b="1" i="0">
                <a:solidFill>
                  <a:srgbClr val="00275A"/>
                </a:solidFill>
              </a:rPr>
              <a:t>Layer 4 — SAP </a:t>
            </a:r>
            <a:r>
              <a:rPr sz="1400" b="1" i="0" err="1">
                <a:solidFill>
                  <a:srgbClr val="00275A"/>
                </a:solidFill>
              </a:rPr>
              <a:t>authorisation</a:t>
            </a:r>
            <a:r>
              <a:rPr sz="1400" b="1" i="0">
                <a:solidFill>
                  <a:srgbClr val="00275A"/>
                </a:solidFill>
              </a:rPr>
              <a:t> still applies</a:t>
            </a:r>
          </a:p>
        </p:txBody>
      </p:sp>
      <p:sp>
        <p:nvSpPr>
          <p:cNvPr id="31" name="TextBox 30">
            <a:extLst>
              <a:ext uri="{FF2B5EF4-FFF2-40B4-BE49-F238E27FC236}">
                <a16:creationId xmlns:a16="http://schemas.microsoft.com/office/drawing/2014/main" id="{FA4FF4EE-1AEE-7233-FAA3-E396DF295312}"/>
              </a:ext>
            </a:extLst>
          </p:cNvPr>
          <p:cNvSpPr txBox="1"/>
          <p:nvPr/>
        </p:nvSpPr>
        <p:spPr>
          <a:xfrm>
            <a:off x="6901341" y="5650925"/>
            <a:ext cx="4156176" cy="307777"/>
          </a:xfrm>
          <a:prstGeom prst="rect">
            <a:avLst/>
          </a:prstGeom>
          <a:noFill/>
        </p:spPr>
        <p:txBody>
          <a:bodyPr wrap="square">
            <a:spAutoFit/>
          </a:bodyPr>
          <a:lstStyle/>
          <a:p>
            <a:pPr algn="r"/>
            <a:r>
              <a:rPr sz="1400" b="1" i="0">
                <a:solidFill>
                  <a:srgbClr val="1A7A4A"/>
                </a:solidFill>
              </a:rPr>
              <a:t>✅ SAP auth layer — independent safety net</a:t>
            </a:r>
          </a:p>
        </p:txBody>
      </p:sp>
      <p:sp>
        <p:nvSpPr>
          <p:cNvPr id="32" name="TextBox 31">
            <a:extLst>
              <a:ext uri="{FF2B5EF4-FFF2-40B4-BE49-F238E27FC236}">
                <a16:creationId xmlns:a16="http://schemas.microsoft.com/office/drawing/2014/main" id="{B4E7ADCB-6399-02A3-3A25-2162A6F40DDA}"/>
              </a:ext>
            </a:extLst>
          </p:cNvPr>
          <p:cNvSpPr txBox="1"/>
          <p:nvPr/>
        </p:nvSpPr>
        <p:spPr>
          <a:xfrm>
            <a:off x="603950" y="6033786"/>
            <a:ext cx="10421256" cy="523220"/>
          </a:xfrm>
          <a:prstGeom prst="rect">
            <a:avLst/>
          </a:prstGeom>
          <a:noFill/>
        </p:spPr>
        <p:txBody>
          <a:bodyPr wrap="square">
            <a:spAutoFit/>
          </a:bodyPr>
          <a:lstStyle/>
          <a:p>
            <a:pPr algn="l"/>
            <a:r>
              <a:rPr sz="1400" b="0" i="0">
                <a:solidFill>
                  <a:srgbClr val="333333"/>
                </a:solidFill>
                <a:latin typeface="ShellBook" panose="00000500000000000000" pitchFamily="2" charset="0"/>
              </a:rPr>
              <a:t>Even if someone modified the server to add a write tool, SAP would still enforce the developer's own S_DEVELOP and object-level </a:t>
            </a:r>
            <a:r>
              <a:rPr sz="1400" b="0" i="0" err="1">
                <a:solidFill>
                  <a:srgbClr val="333333"/>
                </a:solidFill>
                <a:latin typeface="ShellBook" panose="00000500000000000000" pitchFamily="2" charset="0"/>
              </a:rPr>
              <a:t>authorisations</a:t>
            </a:r>
            <a:r>
              <a:rPr sz="1400" b="0" i="0">
                <a:solidFill>
                  <a:srgbClr val="333333"/>
                </a:solidFill>
                <a:latin typeface="ShellBook" panose="00000500000000000000" pitchFamily="2" charset="0"/>
              </a:rPr>
              <a:t>. The MCP server inherits the same access rights as the logged-in Windows user — nothing elevated.</a:t>
            </a:r>
          </a:p>
        </p:txBody>
      </p:sp>
      <p:sp>
        <p:nvSpPr>
          <p:cNvPr id="38" name="Rectangle: Rounded Corners 37">
            <a:extLst>
              <a:ext uri="{FF2B5EF4-FFF2-40B4-BE49-F238E27FC236}">
                <a16:creationId xmlns:a16="http://schemas.microsoft.com/office/drawing/2014/main" id="{5D7B951F-3A2D-476E-42FB-4F6972081BC4}"/>
              </a:ext>
            </a:extLst>
          </p:cNvPr>
          <p:cNvSpPr/>
          <p:nvPr/>
        </p:nvSpPr>
        <p:spPr>
          <a:xfrm>
            <a:off x="689760" y="1566225"/>
            <a:ext cx="10634417" cy="1146198"/>
          </a:xfrm>
          <a:prstGeom prst="round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sz="1600" err="1"/>
          </a:p>
        </p:txBody>
      </p:sp>
      <p:sp>
        <p:nvSpPr>
          <p:cNvPr id="39" name="TextBox 38">
            <a:extLst>
              <a:ext uri="{FF2B5EF4-FFF2-40B4-BE49-F238E27FC236}">
                <a16:creationId xmlns:a16="http://schemas.microsoft.com/office/drawing/2014/main" id="{90B325F0-6A6F-50F5-13EF-E60B8A92B50C}"/>
              </a:ext>
            </a:extLst>
          </p:cNvPr>
          <p:cNvSpPr txBox="1"/>
          <p:nvPr/>
        </p:nvSpPr>
        <p:spPr>
          <a:xfrm>
            <a:off x="716748" y="1701932"/>
            <a:ext cx="6758597" cy="307777"/>
          </a:xfrm>
          <a:prstGeom prst="rect">
            <a:avLst/>
          </a:prstGeom>
          <a:noFill/>
        </p:spPr>
        <p:txBody>
          <a:bodyPr wrap="square">
            <a:spAutoFit/>
          </a:bodyPr>
          <a:lstStyle/>
          <a:p>
            <a:pPr algn="l"/>
            <a:r>
              <a:rPr sz="1400" b="1" i="0">
                <a:solidFill>
                  <a:srgbClr val="00275A"/>
                </a:solidFill>
              </a:rPr>
              <a:t>Layer 1 — No ADT Write Endpoints Exposed</a:t>
            </a:r>
          </a:p>
        </p:txBody>
      </p:sp>
      <p:sp>
        <p:nvSpPr>
          <p:cNvPr id="40" name="TextBox 39">
            <a:extLst>
              <a:ext uri="{FF2B5EF4-FFF2-40B4-BE49-F238E27FC236}">
                <a16:creationId xmlns:a16="http://schemas.microsoft.com/office/drawing/2014/main" id="{700ABC72-9936-E9F1-771C-1AEC72A67123}"/>
              </a:ext>
            </a:extLst>
          </p:cNvPr>
          <p:cNvSpPr txBox="1"/>
          <p:nvPr/>
        </p:nvSpPr>
        <p:spPr>
          <a:xfrm>
            <a:off x="7492452" y="1701931"/>
            <a:ext cx="3752645" cy="307777"/>
          </a:xfrm>
          <a:prstGeom prst="rect">
            <a:avLst/>
          </a:prstGeom>
          <a:noFill/>
        </p:spPr>
        <p:txBody>
          <a:bodyPr wrap="square">
            <a:spAutoFit/>
          </a:bodyPr>
          <a:lstStyle/>
          <a:p>
            <a:pPr algn="r"/>
            <a:r>
              <a:rPr sz="1400" b="1" i="0">
                <a:solidFill>
                  <a:srgbClr val="1A7A4A"/>
                </a:solidFill>
              </a:rPr>
              <a:t>✅ Structural — not configurable away</a:t>
            </a:r>
          </a:p>
        </p:txBody>
      </p:sp>
      <p:sp>
        <p:nvSpPr>
          <p:cNvPr id="41" name="TextBox 40">
            <a:extLst>
              <a:ext uri="{FF2B5EF4-FFF2-40B4-BE49-F238E27FC236}">
                <a16:creationId xmlns:a16="http://schemas.microsoft.com/office/drawing/2014/main" id="{D9D0DD9E-DC29-2FCC-7995-1E430F040BE9}"/>
              </a:ext>
            </a:extLst>
          </p:cNvPr>
          <p:cNvSpPr txBox="1"/>
          <p:nvPr/>
        </p:nvSpPr>
        <p:spPr>
          <a:xfrm>
            <a:off x="716749" y="2058547"/>
            <a:ext cx="10518575" cy="523220"/>
          </a:xfrm>
          <a:prstGeom prst="rect">
            <a:avLst/>
          </a:prstGeom>
          <a:noFill/>
        </p:spPr>
        <p:txBody>
          <a:bodyPr wrap="square">
            <a:spAutoFit/>
          </a:bodyPr>
          <a:lstStyle/>
          <a:p>
            <a:pPr algn="l"/>
            <a:r>
              <a:rPr sz="1400" b="0" i="0">
                <a:solidFill>
                  <a:srgbClr val="333333"/>
                </a:solidFill>
                <a:latin typeface="ShellBook" panose="00000500000000000000" pitchFamily="2" charset="0"/>
              </a:rPr>
              <a:t>The MCP server only calls SAP ADT read endpoints (HTTP GET for classes, programs, tables, CDS, etc.). No write, update, delete, or transport-release endpoints are registered as MCP tools. The LLM physically cannot call something that does not exist in the server.</a:t>
            </a:r>
          </a:p>
        </p:txBody>
      </p:sp>
    </p:spTree>
    <p:extLst>
      <p:ext uri="{BB962C8B-B14F-4D97-AF65-F5344CB8AC3E}">
        <p14:creationId xmlns:p14="http://schemas.microsoft.com/office/powerpoint/2010/main" val="111967210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0F645DAF-A3A1-4BC5-A3DF-35D200FDE8E1}"/>
              </a:ext>
            </a:extLst>
          </p:cNvPr>
          <p:cNvSpPr>
            <a:spLocks noGrp="1"/>
          </p:cNvSpPr>
          <p:nvPr>
            <p:ph type="dt" sz="half" idx="2"/>
          </p:nvPr>
        </p:nvSpPr>
        <p:spPr/>
        <p:txBody>
          <a:bodyPr/>
          <a:lstStyle/>
          <a:p>
            <a:pPr>
              <a:defRPr/>
            </a:pPr>
            <a:r>
              <a:rPr lang="en-US" noProof="1"/>
              <a:t>March 2026</a:t>
            </a:r>
            <a:endParaRPr lang="en-GB" noProof="1"/>
          </a:p>
        </p:txBody>
      </p:sp>
      <p:sp>
        <p:nvSpPr>
          <p:cNvPr id="6" name="Slide Number Placeholder 5">
            <a:extLst>
              <a:ext uri="{FF2B5EF4-FFF2-40B4-BE49-F238E27FC236}">
                <a16:creationId xmlns:a16="http://schemas.microsoft.com/office/drawing/2014/main" id="{8BCCBCF8-63A4-72D8-D339-559E909B0E11}"/>
              </a:ext>
            </a:extLst>
          </p:cNvPr>
          <p:cNvSpPr>
            <a:spLocks noGrp="1"/>
          </p:cNvSpPr>
          <p:nvPr>
            <p:ph type="sldNum" sz="quarter" idx="4"/>
          </p:nvPr>
        </p:nvSpPr>
        <p:spPr/>
        <p:txBody>
          <a:bodyPr/>
          <a:lstStyle/>
          <a:p>
            <a:fld id="{D32BAE6A-B452-4007-8177-56DD051636F9}" type="slidenum">
              <a:rPr lang="en-GB" noProof="1" smtClean="0"/>
              <a:pPr/>
              <a:t>8</a:t>
            </a:fld>
            <a:endParaRPr lang="en-GB" noProof="1"/>
          </a:p>
        </p:txBody>
      </p:sp>
      <p:sp>
        <p:nvSpPr>
          <p:cNvPr id="7" name="Footer Placeholder 6">
            <a:extLst>
              <a:ext uri="{FF2B5EF4-FFF2-40B4-BE49-F238E27FC236}">
                <a16:creationId xmlns:a16="http://schemas.microsoft.com/office/drawing/2014/main" id="{09D50F68-397A-D66E-1279-3B61AE5E6EB6}"/>
              </a:ext>
            </a:extLst>
          </p:cNvPr>
          <p:cNvSpPr>
            <a:spLocks noGrp="1"/>
          </p:cNvSpPr>
          <p:nvPr>
            <p:ph type="ftr" sz="quarter" idx="3"/>
          </p:nvPr>
        </p:nvSpPr>
        <p:spPr/>
        <p:txBody>
          <a:bodyPr/>
          <a:lstStyle/>
          <a:p>
            <a:pPr>
              <a:defRPr/>
            </a:pPr>
            <a:r>
              <a:rPr lang="en-GB" noProof="1"/>
              <a:t> </a:t>
            </a:r>
          </a:p>
        </p:txBody>
      </p:sp>
      <p:sp>
        <p:nvSpPr>
          <p:cNvPr id="12" name="TextBox 11">
            <a:extLst>
              <a:ext uri="{FF2B5EF4-FFF2-40B4-BE49-F238E27FC236}">
                <a16:creationId xmlns:a16="http://schemas.microsoft.com/office/drawing/2014/main" id="{A9661818-0E0F-AE35-9E13-E30CF7B1A30F}"/>
              </a:ext>
            </a:extLst>
          </p:cNvPr>
          <p:cNvSpPr txBox="1"/>
          <p:nvPr/>
        </p:nvSpPr>
        <p:spPr>
          <a:xfrm>
            <a:off x="765174" y="604636"/>
            <a:ext cx="10058400" cy="707886"/>
          </a:xfrm>
          <a:prstGeom prst="rect">
            <a:avLst/>
          </a:prstGeom>
          <a:noFill/>
        </p:spPr>
        <p:txBody>
          <a:bodyPr wrap="square">
            <a:spAutoFit/>
          </a:bodyPr>
          <a:lstStyle/>
          <a:p>
            <a:pPr algn="l"/>
            <a:r>
              <a:rPr sz="4000" b="1" i="0">
                <a:latin typeface="+mj-lt"/>
              </a:rPr>
              <a:t>Risk Comparison: Today vs This Solution</a:t>
            </a:r>
          </a:p>
        </p:txBody>
      </p:sp>
      <p:sp>
        <p:nvSpPr>
          <p:cNvPr id="13" name="TextBox 12">
            <a:extLst>
              <a:ext uri="{FF2B5EF4-FFF2-40B4-BE49-F238E27FC236}">
                <a16:creationId xmlns:a16="http://schemas.microsoft.com/office/drawing/2014/main" id="{35E48F81-6BF6-15A7-D41A-77DFD6FEA70D}"/>
              </a:ext>
            </a:extLst>
          </p:cNvPr>
          <p:cNvSpPr txBox="1"/>
          <p:nvPr/>
        </p:nvSpPr>
        <p:spPr>
          <a:xfrm>
            <a:off x="799464" y="1189852"/>
            <a:ext cx="9144000" cy="369332"/>
          </a:xfrm>
          <a:prstGeom prst="rect">
            <a:avLst/>
          </a:prstGeom>
          <a:noFill/>
        </p:spPr>
        <p:txBody>
          <a:bodyPr wrap="square">
            <a:spAutoFit/>
          </a:bodyPr>
          <a:lstStyle/>
          <a:p>
            <a:pPr algn="l"/>
            <a:r>
              <a:rPr sz="1800" b="0" i="0">
                <a:solidFill>
                  <a:schemeClr val="accent2"/>
                </a:solidFill>
                <a:latin typeface="+mj-lt"/>
              </a:rPr>
              <a:t>If pasting a single ABAP object to Copilot is already approved, this is safer</a:t>
            </a:r>
          </a:p>
        </p:txBody>
      </p:sp>
      <p:sp>
        <p:nvSpPr>
          <p:cNvPr id="14" name="Rectangle: Rounded Corners 13">
            <a:extLst>
              <a:ext uri="{FF2B5EF4-FFF2-40B4-BE49-F238E27FC236}">
                <a16:creationId xmlns:a16="http://schemas.microsoft.com/office/drawing/2014/main" id="{5FE5B7E1-CA48-2FFA-11C6-32E8A409E94F}"/>
              </a:ext>
            </a:extLst>
          </p:cNvPr>
          <p:cNvSpPr/>
          <p:nvPr/>
        </p:nvSpPr>
        <p:spPr>
          <a:xfrm>
            <a:off x="799464" y="1819656"/>
            <a:ext cx="4869816" cy="484632"/>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600" err="1"/>
          </a:p>
        </p:txBody>
      </p:sp>
      <p:sp>
        <p:nvSpPr>
          <p:cNvPr id="17" name="TextBox 16">
            <a:extLst>
              <a:ext uri="{FF2B5EF4-FFF2-40B4-BE49-F238E27FC236}">
                <a16:creationId xmlns:a16="http://schemas.microsoft.com/office/drawing/2014/main" id="{2A12147F-B593-88A9-CB38-D6D408B42F87}"/>
              </a:ext>
            </a:extLst>
          </p:cNvPr>
          <p:cNvSpPr txBox="1"/>
          <p:nvPr/>
        </p:nvSpPr>
        <p:spPr>
          <a:xfrm>
            <a:off x="868680" y="1897738"/>
            <a:ext cx="5120640" cy="338554"/>
          </a:xfrm>
          <a:prstGeom prst="rect">
            <a:avLst/>
          </a:prstGeom>
          <a:noFill/>
        </p:spPr>
        <p:txBody>
          <a:bodyPr wrap="square">
            <a:spAutoFit/>
          </a:bodyPr>
          <a:lstStyle/>
          <a:p>
            <a:pPr algn="l"/>
            <a:r>
              <a:rPr sz="1600" b="1" i="0">
                <a:latin typeface="ShellBook" panose="00000500000000000000" pitchFamily="2" charset="0"/>
              </a:rPr>
              <a:t>TODAY — Manual Sharing</a:t>
            </a:r>
          </a:p>
        </p:txBody>
      </p:sp>
      <p:sp>
        <p:nvSpPr>
          <p:cNvPr id="18" name="Rectangle: Rounded Corners 17">
            <a:extLst>
              <a:ext uri="{FF2B5EF4-FFF2-40B4-BE49-F238E27FC236}">
                <a16:creationId xmlns:a16="http://schemas.microsoft.com/office/drawing/2014/main" id="{31E565E7-F381-8156-10ED-DAC4998F8DA4}"/>
              </a:ext>
            </a:extLst>
          </p:cNvPr>
          <p:cNvSpPr/>
          <p:nvPr/>
        </p:nvSpPr>
        <p:spPr>
          <a:xfrm>
            <a:off x="6128920" y="1797154"/>
            <a:ext cx="4869816" cy="484632"/>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1600" err="1">
              <a:solidFill>
                <a:schemeClr val="tx1"/>
              </a:solidFill>
              <a:latin typeface="ShellBook" panose="00000500000000000000" pitchFamily="2" charset="0"/>
            </a:endParaRPr>
          </a:p>
        </p:txBody>
      </p:sp>
      <p:sp>
        <p:nvSpPr>
          <p:cNvPr id="19" name="TextBox 18">
            <a:extLst>
              <a:ext uri="{FF2B5EF4-FFF2-40B4-BE49-F238E27FC236}">
                <a16:creationId xmlns:a16="http://schemas.microsoft.com/office/drawing/2014/main" id="{A617F14D-DD98-856B-89B7-AA4B089B936B}"/>
              </a:ext>
            </a:extLst>
          </p:cNvPr>
          <p:cNvSpPr txBox="1"/>
          <p:nvPr/>
        </p:nvSpPr>
        <p:spPr>
          <a:xfrm>
            <a:off x="6257239" y="1897738"/>
            <a:ext cx="5303520" cy="338554"/>
          </a:xfrm>
          <a:prstGeom prst="rect">
            <a:avLst/>
          </a:prstGeom>
          <a:noFill/>
        </p:spPr>
        <p:txBody>
          <a:bodyPr wrap="square">
            <a:spAutoFit/>
          </a:bodyPr>
          <a:lstStyle/>
          <a:p>
            <a:pPr algn="l"/>
            <a:r>
              <a:rPr sz="1600" b="1" i="0">
                <a:latin typeface="ShellBook" panose="00000500000000000000" pitchFamily="2" charset="0"/>
              </a:rPr>
              <a:t>THIS SOLUTION — Controlled Fetching</a:t>
            </a:r>
          </a:p>
        </p:txBody>
      </p:sp>
      <p:sp>
        <p:nvSpPr>
          <p:cNvPr id="20" name="Rectangle 19">
            <a:extLst>
              <a:ext uri="{FF2B5EF4-FFF2-40B4-BE49-F238E27FC236}">
                <a16:creationId xmlns:a16="http://schemas.microsoft.com/office/drawing/2014/main" id="{CB2BE57D-C279-51B9-3940-2C619C75C393}"/>
              </a:ext>
            </a:extLst>
          </p:cNvPr>
          <p:cNvSpPr/>
          <p:nvPr/>
        </p:nvSpPr>
        <p:spPr>
          <a:xfrm>
            <a:off x="799464" y="2514600"/>
            <a:ext cx="4869816" cy="373876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600" err="1"/>
          </a:p>
        </p:txBody>
      </p:sp>
      <p:sp>
        <p:nvSpPr>
          <p:cNvPr id="21" name="TextBox 20">
            <a:extLst>
              <a:ext uri="{FF2B5EF4-FFF2-40B4-BE49-F238E27FC236}">
                <a16:creationId xmlns:a16="http://schemas.microsoft.com/office/drawing/2014/main" id="{588A0DF1-A86B-314E-BA39-772C089CB682}"/>
              </a:ext>
            </a:extLst>
          </p:cNvPr>
          <p:cNvSpPr txBox="1"/>
          <p:nvPr/>
        </p:nvSpPr>
        <p:spPr>
          <a:xfrm>
            <a:off x="886968" y="2683131"/>
            <a:ext cx="4590288" cy="307777"/>
          </a:xfrm>
          <a:prstGeom prst="rect">
            <a:avLst/>
          </a:prstGeom>
          <a:noFill/>
        </p:spPr>
        <p:txBody>
          <a:bodyPr wrap="square">
            <a:spAutoFit/>
          </a:bodyPr>
          <a:lstStyle/>
          <a:p>
            <a:pPr marL="285750" indent="-285750" algn="l">
              <a:buFont typeface="Arial" panose="020B0604020202020204" pitchFamily="34" charset="0"/>
              <a:buChar char="•"/>
            </a:pPr>
            <a:r>
              <a:rPr sz="1400" b="0" i="0">
                <a:solidFill>
                  <a:srgbClr val="333333"/>
                </a:solidFill>
                <a:latin typeface="ShellBook" panose="00000500000000000000" pitchFamily="2" charset="0"/>
              </a:rPr>
              <a:t>Developer manually opens an ABAP object in Eclipse</a:t>
            </a:r>
          </a:p>
        </p:txBody>
      </p:sp>
      <p:sp>
        <p:nvSpPr>
          <p:cNvPr id="22" name="TextBox 21">
            <a:extLst>
              <a:ext uri="{FF2B5EF4-FFF2-40B4-BE49-F238E27FC236}">
                <a16:creationId xmlns:a16="http://schemas.microsoft.com/office/drawing/2014/main" id="{C9A2119D-F41D-FE66-A9B0-D0F76F328599}"/>
              </a:ext>
            </a:extLst>
          </p:cNvPr>
          <p:cNvSpPr txBox="1"/>
          <p:nvPr/>
        </p:nvSpPr>
        <p:spPr>
          <a:xfrm>
            <a:off x="887045" y="3343293"/>
            <a:ext cx="4869816" cy="307777"/>
          </a:xfrm>
          <a:prstGeom prst="rect">
            <a:avLst/>
          </a:prstGeom>
          <a:noFill/>
        </p:spPr>
        <p:txBody>
          <a:bodyPr wrap="square">
            <a:spAutoFit/>
          </a:bodyPr>
          <a:lstStyle/>
          <a:p>
            <a:pPr marL="285750" indent="-285750" algn="l">
              <a:buFont typeface="Arial" panose="020B0604020202020204" pitchFamily="34" charset="0"/>
              <a:buChar char="•"/>
            </a:pPr>
            <a:r>
              <a:rPr sz="1400" b="0" i="0">
                <a:solidFill>
                  <a:srgbClr val="333333"/>
                </a:solidFill>
                <a:latin typeface="ShellBook" panose="00000500000000000000" pitchFamily="2" charset="0"/>
              </a:rPr>
              <a:t>Copies the full source code (could be thousands of lines)</a:t>
            </a:r>
          </a:p>
        </p:txBody>
      </p:sp>
      <p:sp>
        <p:nvSpPr>
          <p:cNvPr id="23" name="TextBox 22">
            <a:extLst>
              <a:ext uri="{FF2B5EF4-FFF2-40B4-BE49-F238E27FC236}">
                <a16:creationId xmlns:a16="http://schemas.microsoft.com/office/drawing/2014/main" id="{8D2C8D04-1F88-025E-987B-741200F5AAE6}"/>
              </a:ext>
            </a:extLst>
          </p:cNvPr>
          <p:cNvSpPr txBox="1"/>
          <p:nvPr/>
        </p:nvSpPr>
        <p:spPr>
          <a:xfrm>
            <a:off x="939228" y="4010126"/>
            <a:ext cx="4590288" cy="307777"/>
          </a:xfrm>
          <a:prstGeom prst="rect">
            <a:avLst/>
          </a:prstGeom>
          <a:noFill/>
        </p:spPr>
        <p:txBody>
          <a:bodyPr wrap="square">
            <a:spAutoFit/>
          </a:bodyPr>
          <a:lstStyle/>
          <a:p>
            <a:pPr marL="285750" indent="-285750" algn="l">
              <a:buFont typeface="Arial" panose="020B0604020202020204" pitchFamily="34" charset="0"/>
              <a:buChar char="•"/>
            </a:pPr>
            <a:r>
              <a:rPr sz="1400" b="0" i="0">
                <a:solidFill>
                  <a:srgbClr val="333333"/>
                </a:solidFill>
                <a:latin typeface="ShellBook" panose="00000500000000000000" pitchFamily="2" charset="0"/>
              </a:rPr>
              <a:t>Pastes it directly into the Copilot chat window</a:t>
            </a:r>
          </a:p>
        </p:txBody>
      </p:sp>
      <p:sp>
        <p:nvSpPr>
          <p:cNvPr id="24" name="TextBox 23">
            <a:extLst>
              <a:ext uri="{FF2B5EF4-FFF2-40B4-BE49-F238E27FC236}">
                <a16:creationId xmlns:a16="http://schemas.microsoft.com/office/drawing/2014/main" id="{5ACD95F1-7E5E-BBBA-523D-F66C57412EB5}"/>
              </a:ext>
            </a:extLst>
          </p:cNvPr>
          <p:cNvSpPr txBox="1"/>
          <p:nvPr/>
        </p:nvSpPr>
        <p:spPr>
          <a:xfrm>
            <a:off x="939228" y="4530824"/>
            <a:ext cx="4590288" cy="307777"/>
          </a:xfrm>
          <a:prstGeom prst="rect">
            <a:avLst/>
          </a:prstGeom>
          <a:noFill/>
        </p:spPr>
        <p:txBody>
          <a:bodyPr wrap="square">
            <a:spAutoFit/>
          </a:bodyPr>
          <a:lstStyle/>
          <a:p>
            <a:pPr marL="285750" indent="-285750" algn="l">
              <a:buFont typeface="Arial" panose="020B0604020202020204" pitchFamily="34" charset="0"/>
              <a:buChar char="•"/>
            </a:pPr>
            <a:r>
              <a:rPr sz="1400" b="0" i="0">
                <a:solidFill>
                  <a:srgbClr val="333333"/>
                </a:solidFill>
                <a:latin typeface="ShellBook" panose="00000500000000000000" pitchFamily="2" charset="0"/>
              </a:rPr>
              <a:t>No audit trail of what was shared or when</a:t>
            </a:r>
          </a:p>
        </p:txBody>
      </p:sp>
      <p:sp>
        <p:nvSpPr>
          <p:cNvPr id="25" name="TextBox 24">
            <a:extLst>
              <a:ext uri="{FF2B5EF4-FFF2-40B4-BE49-F238E27FC236}">
                <a16:creationId xmlns:a16="http://schemas.microsoft.com/office/drawing/2014/main" id="{74E01164-B628-BF84-A4DF-E3EDB8051779}"/>
              </a:ext>
            </a:extLst>
          </p:cNvPr>
          <p:cNvSpPr txBox="1"/>
          <p:nvPr/>
        </p:nvSpPr>
        <p:spPr>
          <a:xfrm>
            <a:off x="886968" y="5170814"/>
            <a:ext cx="4590288" cy="307777"/>
          </a:xfrm>
          <a:prstGeom prst="rect">
            <a:avLst/>
          </a:prstGeom>
          <a:noFill/>
        </p:spPr>
        <p:txBody>
          <a:bodyPr wrap="square">
            <a:spAutoFit/>
          </a:bodyPr>
          <a:lstStyle/>
          <a:p>
            <a:pPr marL="285750" indent="-285750" algn="l">
              <a:buFont typeface="Arial" panose="020B0604020202020204" pitchFamily="34" charset="0"/>
              <a:buChar char="•"/>
            </a:pPr>
            <a:r>
              <a:rPr sz="1400" b="0" i="0">
                <a:solidFill>
                  <a:srgbClr val="333333"/>
                </a:solidFill>
                <a:latin typeface="ShellBook" panose="00000500000000000000" pitchFamily="2" charset="0"/>
              </a:rPr>
              <a:t>Developer controls what gets sent — no filtering</a:t>
            </a:r>
          </a:p>
        </p:txBody>
      </p:sp>
      <p:sp>
        <p:nvSpPr>
          <p:cNvPr id="26" name="TextBox 25">
            <a:extLst>
              <a:ext uri="{FF2B5EF4-FFF2-40B4-BE49-F238E27FC236}">
                <a16:creationId xmlns:a16="http://schemas.microsoft.com/office/drawing/2014/main" id="{3AF21FC7-F383-65FB-96F1-08148FE01515}"/>
              </a:ext>
            </a:extLst>
          </p:cNvPr>
          <p:cNvSpPr txBox="1"/>
          <p:nvPr/>
        </p:nvSpPr>
        <p:spPr>
          <a:xfrm>
            <a:off x="868680" y="5769634"/>
            <a:ext cx="4782312" cy="523220"/>
          </a:xfrm>
          <a:prstGeom prst="rect">
            <a:avLst/>
          </a:prstGeom>
          <a:noFill/>
        </p:spPr>
        <p:txBody>
          <a:bodyPr wrap="square">
            <a:spAutoFit/>
          </a:bodyPr>
          <a:lstStyle/>
          <a:p>
            <a:pPr marL="285750" indent="-285750" algn="l">
              <a:buFont typeface="Arial" panose="020B0604020202020204" pitchFamily="34" charset="0"/>
              <a:buChar char="•"/>
            </a:pPr>
            <a:r>
              <a:rPr sz="1400" b="0" i="0">
                <a:solidFill>
                  <a:srgbClr val="333333"/>
                </a:solidFill>
                <a:latin typeface="ShellBook" panose="00000500000000000000" pitchFamily="2" charset="0"/>
              </a:rPr>
              <a:t>Already in use — deemed acceptable by the </a:t>
            </a:r>
            <a:r>
              <a:rPr sz="1400" b="0" i="0" err="1">
                <a:solidFill>
                  <a:srgbClr val="333333"/>
                </a:solidFill>
                <a:latin typeface="ShellBook" panose="00000500000000000000" pitchFamily="2" charset="0"/>
              </a:rPr>
              <a:t>organisation</a:t>
            </a:r>
            <a:endParaRPr sz="1400" b="0" i="0">
              <a:solidFill>
                <a:srgbClr val="333333"/>
              </a:solidFill>
              <a:latin typeface="ShellBook" panose="00000500000000000000" pitchFamily="2" charset="0"/>
            </a:endParaRPr>
          </a:p>
        </p:txBody>
      </p:sp>
      <p:sp>
        <p:nvSpPr>
          <p:cNvPr id="27" name="Rectangle 26">
            <a:extLst>
              <a:ext uri="{FF2B5EF4-FFF2-40B4-BE49-F238E27FC236}">
                <a16:creationId xmlns:a16="http://schemas.microsoft.com/office/drawing/2014/main" id="{843AC03F-3F73-8598-3958-7C4E34A6A7CC}"/>
              </a:ext>
            </a:extLst>
          </p:cNvPr>
          <p:cNvSpPr/>
          <p:nvPr/>
        </p:nvSpPr>
        <p:spPr>
          <a:xfrm>
            <a:off x="6128920" y="2514600"/>
            <a:ext cx="4869816" cy="373876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b="1" err="1">
              <a:latin typeface="ShellBook" panose="00000500000000000000" pitchFamily="2" charset="0"/>
            </a:endParaRPr>
          </a:p>
        </p:txBody>
      </p:sp>
      <p:sp>
        <p:nvSpPr>
          <p:cNvPr id="35" name="TextBox 34">
            <a:extLst>
              <a:ext uri="{FF2B5EF4-FFF2-40B4-BE49-F238E27FC236}">
                <a16:creationId xmlns:a16="http://schemas.microsoft.com/office/drawing/2014/main" id="{B437D315-463A-10DB-765D-D62AD399F54B}"/>
              </a:ext>
            </a:extLst>
          </p:cNvPr>
          <p:cNvSpPr txBox="1"/>
          <p:nvPr/>
        </p:nvSpPr>
        <p:spPr>
          <a:xfrm>
            <a:off x="6200576" y="2671809"/>
            <a:ext cx="4622998" cy="523220"/>
          </a:xfrm>
          <a:prstGeom prst="rect">
            <a:avLst/>
          </a:prstGeom>
          <a:noFill/>
        </p:spPr>
        <p:txBody>
          <a:bodyPr wrap="square">
            <a:spAutoFit/>
          </a:bodyPr>
          <a:lstStyle/>
          <a:p>
            <a:pPr algn="l"/>
            <a:r>
              <a:rPr sz="1400" b="0" i="0">
                <a:solidFill>
                  <a:srgbClr val="333333"/>
                </a:solidFill>
                <a:latin typeface="ShellBook" panose="00000500000000000000" pitchFamily="2" charset="0"/>
              </a:rPr>
              <a:t>✅  Only the specific artifact needed to answer the question is fetched</a:t>
            </a:r>
          </a:p>
        </p:txBody>
      </p:sp>
      <p:sp>
        <p:nvSpPr>
          <p:cNvPr id="36" name="TextBox 35">
            <a:extLst>
              <a:ext uri="{FF2B5EF4-FFF2-40B4-BE49-F238E27FC236}">
                <a16:creationId xmlns:a16="http://schemas.microsoft.com/office/drawing/2014/main" id="{93F198C7-CC24-3E2F-9CFF-80D3868BB790}"/>
              </a:ext>
            </a:extLst>
          </p:cNvPr>
          <p:cNvSpPr txBox="1"/>
          <p:nvPr/>
        </p:nvSpPr>
        <p:spPr>
          <a:xfrm>
            <a:off x="6200576" y="3293601"/>
            <a:ext cx="4622998" cy="523220"/>
          </a:xfrm>
          <a:prstGeom prst="rect">
            <a:avLst/>
          </a:prstGeom>
          <a:noFill/>
        </p:spPr>
        <p:txBody>
          <a:bodyPr wrap="square">
            <a:spAutoFit/>
          </a:bodyPr>
          <a:lstStyle/>
          <a:p>
            <a:pPr algn="l"/>
            <a:r>
              <a:rPr sz="1400" b="0" i="0">
                <a:solidFill>
                  <a:srgbClr val="333333"/>
                </a:solidFill>
                <a:latin typeface="ShellBook" panose="00000500000000000000" pitchFamily="2" charset="0"/>
              </a:rPr>
              <a:t>✅  Full audit trail: every ADT call is logged in the SAP access log</a:t>
            </a:r>
          </a:p>
        </p:txBody>
      </p:sp>
      <p:sp>
        <p:nvSpPr>
          <p:cNvPr id="37" name="TextBox 36">
            <a:extLst>
              <a:ext uri="{FF2B5EF4-FFF2-40B4-BE49-F238E27FC236}">
                <a16:creationId xmlns:a16="http://schemas.microsoft.com/office/drawing/2014/main" id="{BEB7D4A5-5801-E21D-E645-DAB5E789DA07}"/>
              </a:ext>
            </a:extLst>
          </p:cNvPr>
          <p:cNvSpPr txBox="1"/>
          <p:nvPr/>
        </p:nvSpPr>
        <p:spPr>
          <a:xfrm>
            <a:off x="6200576" y="3915393"/>
            <a:ext cx="4622998" cy="523220"/>
          </a:xfrm>
          <a:prstGeom prst="rect">
            <a:avLst/>
          </a:prstGeom>
          <a:noFill/>
        </p:spPr>
        <p:txBody>
          <a:bodyPr wrap="square">
            <a:spAutoFit/>
          </a:bodyPr>
          <a:lstStyle/>
          <a:p>
            <a:pPr algn="l"/>
            <a:r>
              <a:rPr sz="1400" b="0" i="0">
                <a:solidFill>
                  <a:srgbClr val="333333"/>
                </a:solidFill>
                <a:latin typeface="ShellBook" panose="00000500000000000000" pitchFamily="2" charset="0"/>
              </a:rPr>
              <a:t>✅  No copy-paste — developer does not manually handle source code</a:t>
            </a:r>
          </a:p>
        </p:txBody>
      </p:sp>
      <p:sp>
        <p:nvSpPr>
          <p:cNvPr id="38" name="TextBox 37">
            <a:extLst>
              <a:ext uri="{FF2B5EF4-FFF2-40B4-BE49-F238E27FC236}">
                <a16:creationId xmlns:a16="http://schemas.microsoft.com/office/drawing/2014/main" id="{E9C41FB3-9099-0272-7FF2-A62BC10230DC}"/>
              </a:ext>
            </a:extLst>
          </p:cNvPr>
          <p:cNvSpPr txBox="1"/>
          <p:nvPr/>
        </p:nvSpPr>
        <p:spPr>
          <a:xfrm>
            <a:off x="6200576" y="4537185"/>
            <a:ext cx="4622998" cy="523220"/>
          </a:xfrm>
          <a:prstGeom prst="rect">
            <a:avLst/>
          </a:prstGeom>
          <a:noFill/>
        </p:spPr>
        <p:txBody>
          <a:bodyPr wrap="square">
            <a:spAutoFit/>
          </a:bodyPr>
          <a:lstStyle/>
          <a:p>
            <a:pPr algn="l"/>
            <a:r>
              <a:rPr sz="1400" b="0" i="0">
                <a:solidFill>
                  <a:srgbClr val="333333"/>
                </a:solidFill>
                <a:latin typeface="ShellBook" panose="00000500000000000000" pitchFamily="2" charset="0"/>
              </a:rPr>
              <a:t>✅  Server only fetches what the tool is explicitly programmed to fetch</a:t>
            </a:r>
          </a:p>
        </p:txBody>
      </p:sp>
      <p:sp>
        <p:nvSpPr>
          <p:cNvPr id="39" name="TextBox 38">
            <a:extLst>
              <a:ext uri="{FF2B5EF4-FFF2-40B4-BE49-F238E27FC236}">
                <a16:creationId xmlns:a16="http://schemas.microsoft.com/office/drawing/2014/main" id="{7FB598E4-8AA2-2899-1283-C99C939B3BC9}"/>
              </a:ext>
            </a:extLst>
          </p:cNvPr>
          <p:cNvSpPr txBox="1"/>
          <p:nvPr/>
        </p:nvSpPr>
        <p:spPr>
          <a:xfrm>
            <a:off x="6200576" y="5158977"/>
            <a:ext cx="4622998" cy="523220"/>
          </a:xfrm>
          <a:prstGeom prst="rect">
            <a:avLst/>
          </a:prstGeom>
          <a:noFill/>
        </p:spPr>
        <p:txBody>
          <a:bodyPr wrap="square">
            <a:spAutoFit/>
          </a:bodyPr>
          <a:lstStyle/>
          <a:p>
            <a:pPr algn="l"/>
            <a:r>
              <a:rPr sz="1400" b="0" i="0">
                <a:solidFill>
                  <a:srgbClr val="333333"/>
                </a:solidFill>
                <a:latin typeface="ShellBook" panose="00000500000000000000" pitchFamily="2" charset="0"/>
              </a:rPr>
              <a:t>✅  SSPI auth ties every request to a named Windows identity</a:t>
            </a:r>
          </a:p>
        </p:txBody>
      </p:sp>
      <p:sp>
        <p:nvSpPr>
          <p:cNvPr id="40" name="TextBox 39">
            <a:extLst>
              <a:ext uri="{FF2B5EF4-FFF2-40B4-BE49-F238E27FC236}">
                <a16:creationId xmlns:a16="http://schemas.microsoft.com/office/drawing/2014/main" id="{8BE82F4A-18FD-69D0-3998-2EB226BE7674}"/>
              </a:ext>
            </a:extLst>
          </p:cNvPr>
          <p:cNvSpPr txBox="1"/>
          <p:nvPr/>
        </p:nvSpPr>
        <p:spPr>
          <a:xfrm>
            <a:off x="6200576" y="5780769"/>
            <a:ext cx="4622998" cy="523220"/>
          </a:xfrm>
          <a:prstGeom prst="rect">
            <a:avLst/>
          </a:prstGeom>
          <a:noFill/>
        </p:spPr>
        <p:txBody>
          <a:bodyPr wrap="square">
            <a:spAutoFit/>
          </a:bodyPr>
          <a:lstStyle/>
          <a:p>
            <a:pPr algn="l"/>
            <a:r>
              <a:rPr sz="1400" b="0" i="0">
                <a:solidFill>
                  <a:srgbClr val="333333"/>
                </a:solidFill>
                <a:latin typeface="ShellBook" panose="00000500000000000000" pitchFamily="2" charset="0"/>
              </a:rPr>
              <a:t>✅  Strictly more controlled than today's manual approach</a:t>
            </a:r>
          </a:p>
        </p:txBody>
      </p:sp>
    </p:spTree>
    <p:extLst>
      <p:ext uri="{BB962C8B-B14F-4D97-AF65-F5344CB8AC3E}">
        <p14:creationId xmlns:p14="http://schemas.microsoft.com/office/powerpoint/2010/main" val="17720630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72A4F03-BDF3-E62C-FF9F-47F3171D4B79}"/>
              </a:ext>
            </a:extLst>
          </p:cNvPr>
          <p:cNvSpPr>
            <a:spLocks noGrp="1"/>
          </p:cNvSpPr>
          <p:nvPr>
            <p:ph type="dt" sz="half" idx="2"/>
          </p:nvPr>
        </p:nvSpPr>
        <p:spPr/>
        <p:txBody>
          <a:bodyPr/>
          <a:lstStyle/>
          <a:p>
            <a:pPr>
              <a:defRPr/>
            </a:pPr>
            <a:r>
              <a:rPr lang="en-US" noProof="1"/>
              <a:t>March 2026</a:t>
            </a:r>
            <a:endParaRPr lang="en-GB" noProof="1"/>
          </a:p>
        </p:txBody>
      </p:sp>
      <p:sp>
        <p:nvSpPr>
          <p:cNvPr id="5" name="Slide Number Placeholder 4">
            <a:extLst>
              <a:ext uri="{FF2B5EF4-FFF2-40B4-BE49-F238E27FC236}">
                <a16:creationId xmlns:a16="http://schemas.microsoft.com/office/drawing/2014/main" id="{ECECEF1F-AFA3-F102-4FC8-7E7698FC2645}"/>
              </a:ext>
            </a:extLst>
          </p:cNvPr>
          <p:cNvSpPr>
            <a:spLocks noGrp="1"/>
          </p:cNvSpPr>
          <p:nvPr>
            <p:ph type="sldNum" sz="quarter" idx="4"/>
          </p:nvPr>
        </p:nvSpPr>
        <p:spPr/>
        <p:txBody>
          <a:bodyPr/>
          <a:lstStyle/>
          <a:p>
            <a:fld id="{D32BAE6A-B452-4007-8177-56DD051636F9}" type="slidenum">
              <a:rPr lang="en-GB" noProof="1" smtClean="0"/>
              <a:pPr/>
              <a:t>9</a:t>
            </a:fld>
            <a:endParaRPr lang="en-GB" noProof="1"/>
          </a:p>
        </p:txBody>
      </p:sp>
      <p:sp>
        <p:nvSpPr>
          <p:cNvPr id="6" name="Footer Placeholder 5">
            <a:extLst>
              <a:ext uri="{FF2B5EF4-FFF2-40B4-BE49-F238E27FC236}">
                <a16:creationId xmlns:a16="http://schemas.microsoft.com/office/drawing/2014/main" id="{0AFC2942-D364-6EBB-6C05-7EBFF8D9EFF9}"/>
              </a:ext>
            </a:extLst>
          </p:cNvPr>
          <p:cNvSpPr>
            <a:spLocks noGrp="1"/>
          </p:cNvSpPr>
          <p:nvPr>
            <p:ph type="ftr" sz="quarter" idx="3"/>
          </p:nvPr>
        </p:nvSpPr>
        <p:spPr/>
        <p:txBody>
          <a:bodyPr/>
          <a:lstStyle/>
          <a:p>
            <a:pPr>
              <a:defRPr/>
            </a:pPr>
            <a:r>
              <a:rPr lang="en-GB" noProof="1"/>
              <a:t> </a:t>
            </a:r>
          </a:p>
        </p:txBody>
      </p:sp>
      <p:sp>
        <p:nvSpPr>
          <p:cNvPr id="8" name="TextBox 7">
            <a:extLst>
              <a:ext uri="{FF2B5EF4-FFF2-40B4-BE49-F238E27FC236}">
                <a16:creationId xmlns:a16="http://schemas.microsoft.com/office/drawing/2014/main" id="{14D6BDAB-CE17-1941-123D-3C438C868E6D}"/>
              </a:ext>
            </a:extLst>
          </p:cNvPr>
          <p:cNvSpPr txBox="1"/>
          <p:nvPr/>
        </p:nvSpPr>
        <p:spPr bwMode="auto">
          <a:xfrm>
            <a:off x="708660" y="624132"/>
            <a:ext cx="6099048" cy="646331"/>
          </a:xfrm>
          <a:prstGeom prst="rect">
            <a:avLst/>
          </a:prstGeom>
          <a:noFill/>
          <a:ln w="9525" algn="ctr">
            <a:noFill/>
            <a:miter lim="800000"/>
            <a:headEnd/>
            <a:tailEnd/>
          </a:ln>
        </p:spPr>
        <p:txBody>
          <a:bodyPr wrap="square">
            <a:spAutoFit/>
          </a:bodyPr>
          <a:lstStyle/>
          <a:p>
            <a:pPr algn="l"/>
            <a:r>
              <a:rPr lang="en-US" sz="3600" b="1" i="0">
                <a:latin typeface="+mj-lt"/>
              </a:rPr>
              <a:t>What Can It Do?</a:t>
            </a:r>
          </a:p>
        </p:txBody>
      </p:sp>
      <p:sp>
        <p:nvSpPr>
          <p:cNvPr id="9" name="Rectangle: Rounded Corners 8">
            <a:extLst>
              <a:ext uri="{FF2B5EF4-FFF2-40B4-BE49-F238E27FC236}">
                <a16:creationId xmlns:a16="http://schemas.microsoft.com/office/drawing/2014/main" id="{87172BDA-D46F-8362-7A97-3007F5A2E2CB}"/>
              </a:ext>
            </a:extLst>
          </p:cNvPr>
          <p:cNvSpPr/>
          <p:nvPr/>
        </p:nvSpPr>
        <p:spPr>
          <a:xfrm>
            <a:off x="496824" y="1609343"/>
            <a:ext cx="2368296" cy="646331"/>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2700">
                <a:latin typeface="+mj-lt"/>
              </a:rPr>
              <a:t>Design</a:t>
            </a:r>
          </a:p>
        </p:txBody>
      </p:sp>
      <p:sp>
        <p:nvSpPr>
          <p:cNvPr id="10" name="Rectangle: Rounded Corners 9">
            <a:extLst>
              <a:ext uri="{FF2B5EF4-FFF2-40B4-BE49-F238E27FC236}">
                <a16:creationId xmlns:a16="http://schemas.microsoft.com/office/drawing/2014/main" id="{D47BE4BD-EFB8-AE0A-0058-BEBABD9477F8}"/>
              </a:ext>
            </a:extLst>
          </p:cNvPr>
          <p:cNvSpPr/>
          <p:nvPr/>
        </p:nvSpPr>
        <p:spPr>
          <a:xfrm>
            <a:off x="3383280" y="1609343"/>
            <a:ext cx="2834640" cy="646331"/>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2700">
                <a:latin typeface="+mj-lt"/>
              </a:rPr>
              <a:t>Build &amp; Review</a:t>
            </a:r>
          </a:p>
        </p:txBody>
      </p:sp>
      <p:sp>
        <p:nvSpPr>
          <p:cNvPr id="11" name="Rectangle: Rounded Corners 10">
            <a:extLst>
              <a:ext uri="{FF2B5EF4-FFF2-40B4-BE49-F238E27FC236}">
                <a16:creationId xmlns:a16="http://schemas.microsoft.com/office/drawing/2014/main" id="{8A8C7001-86E7-65B1-DF04-CB9C08F58FE6}"/>
              </a:ext>
            </a:extLst>
          </p:cNvPr>
          <p:cNvSpPr/>
          <p:nvPr/>
        </p:nvSpPr>
        <p:spPr>
          <a:xfrm>
            <a:off x="6736080" y="1609343"/>
            <a:ext cx="2368296" cy="646331"/>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2700">
                <a:latin typeface="+mj-lt"/>
              </a:rPr>
              <a:t>Test Phase</a:t>
            </a:r>
          </a:p>
        </p:txBody>
      </p:sp>
      <p:sp>
        <p:nvSpPr>
          <p:cNvPr id="12" name="Rectangle: Rounded Corners 11">
            <a:extLst>
              <a:ext uri="{FF2B5EF4-FFF2-40B4-BE49-F238E27FC236}">
                <a16:creationId xmlns:a16="http://schemas.microsoft.com/office/drawing/2014/main" id="{61CC256A-5B4D-D035-354A-6067C874B0ED}"/>
              </a:ext>
            </a:extLst>
          </p:cNvPr>
          <p:cNvSpPr/>
          <p:nvPr/>
        </p:nvSpPr>
        <p:spPr>
          <a:xfrm>
            <a:off x="9622536" y="1609343"/>
            <a:ext cx="2368296" cy="646331"/>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2700">
                <a:latin typeface="+mj-lt"/>
              </a:rPr>
              <a:t>Retrofit</a:t>
            </a:r>
          </a:p>
        </p:txBody>
      </p:sp>
      <p:sp>
        <p:nvSpPr>
          <p:cNvPr id="13" name="Rectangle: Rounded Corners 12">
            <a:extLst>
              <a:ext uri="{FF2B5EF4-FFF2-40B4-BE49-F238E27FC236}">
                <a16:creationId xmlns:a16="http://schemas.microsoft.com/office/drawing/2014/main" id="{27D6462E-E212-B5B1-65F6-F09F304573EB}"/>
              </a:ext>
            </a:extLst>
          </p:cNvPr>
          <p:cNvSpPr/>
          <p:nvPr/>
        </p:nvSpPr>
        <p:spPr>
          <a:xfrm>
            <a:off x="496824" y="2633472"/>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Enhancement finder</a:t>
            </a:r>
          </a:p>
        </p:txBody>
      </p:sp>
      <p:sp>
        <p:nvSpPr>
          <p:cNvPr id="14" name="Rectangle: Rounded Corners 13">
            <a:extLst>
              <a:ext uri="{FF2B5EF4-FFF2-40B4-BE49-F238E27FC236}">
                <a16:creationId xmlns:a16="http://schemas.microsoft.com/office/drawing/2014/main" id="{DAE7C6A8-4191-CB18-E164-4DA011956116}"/>
              </a:ext>
            </a:extLst>
          </p:cNvPr>
          <p:cNvSpPr/>
          <p:nvPr/>
        </p:nvSpPr>
        <p:spPr>
          <a:xfrm>
            <a:off x="496824" y="3207866"/>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BAPI parameter</a:t>
            </a:r>
          </a:p>
        </p:txBody>
      </p:sp>
      <p:sp>
        <p:nvSpPr>
          <p:cNvPr id="15" name="Rectangle: Rounded Corners 14">
            <a:extLst>
              <a:ext uri="{FF2B5EF4-FFF2-40B4-BE49-F238E27FC236}">
                <a16:creationId xmlns:a16="http://schemas.microsoft.com/office/drawing/2014/main" id="{D316F657-F872-83AB-0DAD-803DFDCBC7BD}"/>
              </a:ext>
            </a:extLst>
          </p:cNvPr>
          <p:cNvSpPr/>
          <p:nvPr/>
        </p:nvSpPr>
        <p:spPr>
          <a:xfrm>
            <a:off x="496824" y="3831337"/>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Reusable artifacts</a:t>
            </a:r>
          </a:p>
        </p:txBody>
      </p:sp>
      <p:sp>
        <p:nvSpPr>
          <p:cNvPr id="16" name="Rectangle: Rounded Corners 15">
            <a:extLst>
              <a:ext uri="{FF2B5EF4-FFF2-40B4-BE49-F238E27FC236}">
                <a16:creationId xmlns:a16="http://schemas.microsoft.com/office/drawing/2014/main" id="{8EB4396B-8DAB-249E-CA1D-1CB02542FBE0}"/>
              </a:ext>
            </a:extLst>
          </p:cNvPr>
          <p:cNvSpPr/>
          <p:nvPr/>
        </p:nvSpPr>
        <p:spPr>
          <a:xfrm>
            <a:off x="496824" y="4454808"/>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Where used list</a:t>
            </a:r>
          </a:p>
        </p:txBody>
      </p:sp>
      <p:sp>
        <p:nvSpPr>
          <p:cNvPr id="17" name="Rectangle: Rounded Corners 16">
            <a:extLst>
              <a:ext uri="{FF2B5EF4-FFF2-40B4-BE49-F238E27FC236}">
                <a16:creationId xmlns:a16="http://schemas.microsoft.com/office/drawing/2014/main" id="{01DD553C-E9F6-3B04-C4DC-9029105A551E}"/>
              </a:ext>
            </a:extLst>
          </p:cNvPr>
          <p:cNvSpPr/>
          <p:nvPr/>
        </p:nvSpPr>
        <p:spPr>
          <a:xfrm>
            <a:off x="496824" y="5052061"/>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Live data assistant </a:t>
            </a:r>
          </a:p>
        </p:txBody>
      </p:sp>
      <p:sp>
        <p:nvSpPr>
          <p:cNvPr id="19" name="Rectangle: Rounded Corners 18">
            <a:extLst>
              <a:ext uri="{FF2B5EF4-FFF2-40B4-BE49-F238E27FC236}">
                <a16:creationId xmlns:a16="http://schemas.microsoft.com/office/drawing/2014/main" id="{2E47E0FF-3565-1F38-B93A-7F72A0F5B2B4}"/>
              </a:ext>
            </a:extLst>
          </p:cNvPr>
          <p:cNvSpPr/>
          <p:nvPr/>
        </p:nvSpPr>
        <p:spPr>
          <a:xfrm>
            <a:off x="3616452" y="2656332"/>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Code review</a:t>
            </a:r>
          </a:p>
        </p:txBody>
      </p:sp>
      <p:sp>
        <p:nvSpPr>
          <p:cNvPr id="20" name="Rectangle: Rounded Corners 19">
            <a:extLst>
              <a:ext uri="{FF2B5EF4-FFF2-40B4-BE49-F238E27FC236}">
                <a16:creationId xmlns:a16="http://schemas.microsoft.com/office/drawing/2014/main" id="{70D24CBC-7F1B-FD28-FB28-5DD5351333EC}"/>
              </a:ext>
            </a:extLst>
          </p:cNvPr>
          <p:cNvSpPr/>
          <p:nvPr/>
        </p:nvSpPr>
        <p:spPr>
          <a:xfrm>
            <a:off x="3616452" y="3232404"/>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Performance tuning</a:t>
            </a:r>
          </a:p>
        </p:txBody>
      </p:sp>
      <p:sp>
        <p:nvSpPr>
          <p:cNvPr id="21" name="Rectangle: Rounded Corners 20">
            <a:extLst>
              <a:ext uri="{FF2B5EF4-FFF2-40B4-BE49-F238E27FC236}">
                <a16:creationId xmlns:a16="http://schemas.microsoft.com/office/drawing/2014/main" id="{06517A75-0ED4-5163-2BC8-573C5781530C}"/>
              </a:ext>
            </a:extLst>
          </p:cNvPr>
          <p:cNvSpPr/>
          <p:nvPr/>
        </p:nvSpPr>
        <p:spPr>
          <a:xfrm>
            <a:off x="3616452" y="3831337"/>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Impact Analyzer</a:t>
            </a:r>
          </a:p>
        </p:txBody>
      </p:sp>
      <p:sp>
        <p:nvSpPr>
          <p:cNvPr id="22" name="Rectangle: Rounded Corners 21">
            <a:extLst>
              <a:ext uri="{FF2B5EF4-FFF2-40B4-BE49-F238E27FC236}">
                <a16:creationId xmlns:a16="http://schemas.microsoft.com/office/drawing/2014/main" id="{82BBD8BC-9602-2BFC-7BB5-8D8A66E6E1F4}"/>
              </a:ext>
            </a:extLst>
          </p:cNvPr>
          <p:cNvSpPr/>
          <p:nvPr/>
        </p:nvSpPr>
        <p:spPr>
          <a:xfrm>
            <a:off x="3616452" y="4454808"/>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TR Sequence Check</a:t>
            </a:r>
          </a:p>
        </p:txBody>
      </p:sp>
      <p:sp>
        <p:nvSpPr>
          <p:cNvPr id="23" name="Rectangle: Rounded Corners 22">
            <a:extLst>
              <a:ext uri="{FF2B5EF4-FFF2-40B4-BE49-F238E27FC236}">
                <a16:creationId xmlns:a16="http://schemas.microsoft.com/office/drawing/2014/main" id="{D0679226-9B31-E69A-2951-E2455407F4E9}"/>
              </a:ext>
            </a:extLst>
          </p:cNvPr>
          <p:cNvSpPr/>
          <p:nvPr/>
        </p:nvSpPr>
        <p:spPr>
          <a:xfrm>
            <a:off x="6736080" y="2633472"/>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Unit Test Creation</a:t>
            </a:r>
          </a:p>
        </p:txBody>
      </p:sp>
      <p:sp>
        <p:nvSpPr>
          <p:cNvPr id="24" name="Rectangle: Rounded Corners 23">
            <a:extLst>
              <a:ext uri="{FF2B5EF4-FFF2-40B4-BE49-F238E27FC236}">
                <a16:creationId xmlns:a16="http://schemas.microsoft.com/office/drawing/2014/main" id="{11CA1079-621B-573A-46E5-C06F1E7EC017}"/>
              </a:ext>
            </a:extLst>
          </p:cNvPr>
          <p:cNvSpPr/>
          <p:nvPr/>
        </p:nvSpPr>
        <p:spPr>
          <a:xfrm>
            <a:off x="6736080" y="3207866"/>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Auto Documentation</a:t>
            </a:r>
          </a:p>
        </p:txBody>
      </p:sp>
      <p:sp>
        <p:nvSpPr>
          <p:cNvPr id="25" name="Rectangle: Rounded Corners 24">
            <a:extLst>
              <a:ext uri="{FF2B5EF4-FFF2-40B4-BE49-F238E27FC236}">
                <a16:creationId xmlns:a16="http://schemas.microsoft.com/office/drawing/2014/main" id="{68C7EFDE-E637-0779-DD6E-9F64D67F3679}"/>
              </a:ext>
            </a:extLst>
          </p:cNvPr>
          <p:cNvSpPr/>
          <p:nvPr/>
        </p:nvSpPr>
        <p:spPr>
          <a:xfrm>
            <a:off x="9622536" y="2633472"/>
            <a:ext cx="2368296" cy="393192"/>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600">
                <a:solidFill>
                  <a:schemeClr val="tx1"/>
                </a:solidFill>
              </a:rPr>
              <a:t>CDS comparison</a:t>
            </a:r>
          </a:p>
        </p:txBody>
      </p:sp>
      <p:sp>
        <p:nvSpPr>
          <p:cNvPr id="26" name="Arrow: Down 25">
            <a:extLst>
              <a:ext uri="{FF2B5EF4-FFF2-40B4-BE49-F238E27FC236}">
                <a16:creationId xmlns:a16="http://schemas.microsoft.com/office/drawing/2014/main" id="{918639CA-24E3-3AF5-F326-9840777E78C2}"/>
              </a:ext>
            </a:extLst>
          </p:cNvPr>
          <p:cNvSpPr/>
          <p:nvPr/>
        </p:nvSpPr>
        <p:spPr>
          <a:xfrm>
            <a:off x="1562100" y="2288230"/>
            <a:ext cx="237744" cy="306324"/>
          </a:xfrm>
          <a:prstGeom prst="down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600" err="1"/>
          </a:p>
        </p:txBody>
      </p:sp>
      <p:sp>
        <p:nvSpPr>
          <p:cNvPr id="27" name="Arrow: Down 26">
            <a:extLst>
              <a:ext uri="{FF2B5EF4-FFF2-40B4-BE49-F238E27FC236}">
                <a16:creationId xmlns:a16="http://schemas.microsoft.com/office/drawing/2014/main" id="{1EB12CC3-C130-3AA6-7D3D-B2818C9F595E}"/>
              </a:ext>
            </a:extLst>
          </p:cNvPr>
          <p:cNvSpPr/>
          <p:nvPr/>
        </p:nvSpPr>
        <p:spPr>
          <a:xfrm>
            <a:off x="4681728" y="2292802"/>
            <a:ext cx="237744" cy="306324"/>
          </a:xfrm>
          <a:prstGeom prst="down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600" err="1"/>
          </a:p>
        </p:txBody>
      </p:sp>
      <p:sp>
        <p:nvSpPr>
          <p:cNvPr id="28" name="Arrow: Down 27">
            <a:extLst>
              <a:ext uri="{FF2B5EF4-FFF2-40B4-BE49-F238E27FC236}">
                <a16:creationId xmlns:a16="http://schemas.microsoft.com/office/drawing/2014/main" id="{D8AFB2FE-78B5-28BB-FC0E-74E19CF84C4D}"/>
              </a:ext>
            </a:extLst>
          </p:cNvPr>
          <p:cNvSpPr/>
          <p:nvPr/>
        </p:nvSpPr>
        <p:spPr>
          <a:xfrm>
            <a:off x="7801356" y="2283714"/>
            <a:ext cx="237744" cy="306324"/>
          </a:xfrm>
          <a:prstGeom prst="down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600" err="1"/>
          </a:p>
        </p:txBody>
      </p:sp>
      <p:sp>
        <p:nvSpPr>
          <p:cNvPr id="29" name="Arrow: Down 28">
            <a:extLst>
              <a:ext uri="{FF2B5EF4-FFF2-40B4-BE49-F238E27FC236}">
                <a16:creationId xmlns:a16="http://schemas.microsoft.com/office/drawing/2014/main" id="{620B70DA-0BDA-AFCF-44A6-5C45B538B67E}"/>
              </a:ext>
            </a:extLst>
          </p:cNvPr>
          <p:cNvSpPr/>
          <p:nvPr/>
        </p:nvSpPr>
        <p:spPr>
          <a:xfrm>
            <a:off x="10687812" y="2283714"/>
            <a:ext cx="237744" cy="306324"/>
          </a:xfrm>
          <a:prstGeom prst="downArrow">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170444994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AA1539D-406F-5F12-639B-4D3403369508}"/>
              </a:ext>
            </a:extLst>
          </p:cNvPr>
          <p:cNvSpPr>
            <a:spLocks noGrp="1"/>
          </p:cNvSpPr>
          <p:nvPr>
            <p:ph type="sldNum" sz="quarter" idx="4"/>
          </p:nvPr>
        </p:nvSpPr>
        <p:spPr/>
        <p:txBody>
          <a:bodyPr/>
          <a:lstStyle/>
          <a:p>
            <a:fld id="{D32BAE6A-B452-4007-8177-56DD051636F9}" type="slidenum">
              <a:rPr lang="en-GB" noProof="1" smtClean="0"/>
              <a:pPr/>
              <a:t>10</a:t>
            </a:fld>
            <a:endParaRPr lang="en-GB" noProof="1"/>
          </a:p>
        </p:txBody>
      </p:sp>
      <p:sp>
        <p:nvSpPr>
          <p:cNvPr id="6" name="Footer Placeholder 5">
            <a:extLst>
              <a:ext uri="{FF2B5EF4-FFF2-40B4-BE49-F238E27FC236}">
                <a16:creationId xmlns:a16="http://schemas.microsoft.com/office/drawing/2014/main" id="{9E2F5C53-BF5C-DC3A-48CA-9E18E82F543A}"/>
              </a:ext>
            </a:extLst>
          </p:cNvPr>
          <p:cNvSpPr>
            <a:spLocks noGrp="1"/>
          </p:cNvSpPr>
          <p:nvPr>
            <p:ph type="ftr" sz="quarter" idx="3"/>
          </p:nvPr>
        </p:nvSpPr>
        <p:spPr>
          <a:xfrm>
            <a:off x="5715000" y="6816671"/>
            <a:ext cx="4435312" cy="237600"/>
          </a:xfrm>
        </p:spPr>
        <p:txBody>
          <a:bodyPr/>
          <a:lstStyle/>
          <a:p>
            <a:pPr>
              <a:defRPr/>
            </a:pPr>
            <a:r>
              <a:rPr lang="en-GB" noProof="1"/>
              <a:t> </a:t>
            </a:r>
          </a:p>
        </p:txBody>
      </p:sp>
      <p:sp>
        <p:nvSpPr>
          <p:cNvPr id="7" name="TextBox 6">
            <a:extLst>
              <a:ext uri="{FF2B5EF4-FFF2-40B4-BE49-F238E27FC236}">
                <a16:creationId xmlns:a16="http://schemas.microsoft.com/office/drawing/2014/main" id="{2608E0DA-D138-90A8-3521-71541BE0AAC6}"/>
              </a:ext>
            </a:extLst>
          </p:cNvPr>
          <p:cNvSpPr txBox="1"/>
          <p:nvPr/>
        </p:nvSpPr>
        <p:spPr>
          <a:xfrm>
            <a:off x="645160" y="454839"/>
            <a:ext cx="10058400" cy="646331"/>
          </a:xfrm>
          <a:prstGeom prst="rect">
            <a:avLst/>
          </a:prstGeom>
          <a:noFill/>
        </p:spPr>
        <p:txBody>
          <a:bodyPr wrap="square">
            <a:spAutoFit/>
          </a:bodyPr>
          <a:lstStyle/>
          <a:p>
            <a:pPr algn="l"/>
            <a:r>
              <a:rPr sz="3600" b="1" i="0">
                <a:latin typeface="+mj-lt"/>
              </a:rPr>
              <a:t>Selected Demo Questions</a:t>
            </a:r>
          </a:p>
        </p:txBody>
      </p:sp>
      <p:sp>
        <p:nvSpPr>
          <p:cNvPr id="8" name="TextBox 7">
            <a:extLst>
              <a:ext uri="{FF2B5EF4-FFF2-40B4-BE49-F238E27FC236}">
                <a16:creationId xmlns:a16="http://schemas.microsoft.com/office/drawing/2014/main" id="{EC439FB0-3A28-6B03-FEB1-096B71D7B707}"/>
              </a:ext>
            </a:extLst>
          </p:cNvPr>
          <p:cNvSpPr txBox="1"/>
          <p:nvPr/>
        </p:nvSpPr>
        <p:spPr>
          <a:xfrm>
            <a:off x="645160" y="1003479"/>
            <a:ext cx="9144000" cy="369332"/>
          </a:xfrm>
          <a:prstGeom prst="rect">
            <a:avLst/>
          </a:prstGeom>
          <a:noFill/>
        </p:spPr>
        <p:txBody>
          <a:bodyPr wrap="square">
            <a:spAutoFit/>
          </a:bodyPr>
          <a:lstStyle/>
          <a:p>
            <a:pPr algn="l"/>
            <a:r>
              <a:rPr sz="1800" b="0" i="0">
                <a:solidFill>
                  <a:schemeClr val="accent2"/>
                </a:solidFill>
                <a:latin typeface="+mj-lt"/>
              </a:rPr>
              <a:t>Real questions — answered live from the SAP system</a:t>
            </a:r>
          </a:p>
        </p:txBody>
      </p:sp>
      <p:sp>
        <p:nvSpPr>
          <p:cNvPr id="35" name="Rectangle 34">
            <a:extLst>
              <a:ext uri="{FF2B5EF4-FFF2-40B4-BE49-F238E27FC236}">
                <a16:creationId xmlns:a16="http://schemas.microsoft.com/office/drawing/2014/main" id="{5E0D6E70-F57F-34E6-BFF6-3E805E6157F3}"/>
              </a:ext>
            </a:extLst>
          </p:cNvPr>
          <p:cNvSpPr/>
          <p:nvPr/>
        </p:nvSpPr>
        <p:spPr>
          <a:xfrm>
            <a:off x="158497" y="1453462"/>
            <a:ext cx="5760720" cy="130157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sz="1400">
              <a:ln w="0"/>
              <a:solidFill>
                <a:schemeClr val="tx1"/>
              </a:solidFill>
              <a:effectLst>
                <a:outerShdw blurRad="38100" dist="19050" dir="2700000" algn="tl" rotWithShape="0">
                  <a:schemeClr val="dk1">
                    <a:alpha val="40000"/>
                  </a:schemeClr>
                </a:outerShdw>
              </a:effectLst>
              <a:latin typeface="ShellBook" panose="00000500000000000000" pitchFamily="2" charset="0"/>
            </a:endParaRPr>
          </a:p>
        </p:txBody>
      </p:sp>
      <p:sp>
        <p:nvSpPr>
          <p:cNvPr id="37" name="TextBox 36">
            <a:extLst>
              <a:ext uri="{FF2B5EF4-FFF2-40B4-BE49-F238E27FC236}">
                <a16:creationId xmlns:a16="http://schemas.microsoft.com/office/drawing/2014/main" id="{5F2A0169-7DF1-AB43-230B-472605BD5AED}"/>
              </a:ext>
            </a:extLst>
          </p:cNvPr>
          <p:cNvSpPr txBox="1"/>
          <p:nvPr/>
        </p:nvSpPr>
        <p:spPr>
          <a:xfrm>
            <a:off x="341377" y="1508326"/>
            <a:ext cx="2286000" cy="3077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l"/>
            <a:r>
              <a:rPr sz="1400">
                <a:ln w="0"/>
                <a:solidFill>
                  <a:schemeClr val="tx1"/>
                </a:solidFill>
                <a:effectLst>
                  <a:outerShdw blurRad="38100" dist="19050" dir="2700000" algn="tl" rotWithShape="0">
                    <a:schemeClr val="dk1">
                      <a:alpha val="40000"/>
                    </a:schemeClr>
                  </a:outerShdw>
                </a:effectLst>
                <a:latin typeface="+mj-lt"/>
              </a:rPr>
              <a:t>Code Quality</a:t>
            </a:r>
          </a:p>
        </p:txBody>
      </p:sp>
      <p:sp>
        <p:nvSpPr>
          <p:cNvPr id="38" name="TextBox 37">
            <a:extLst>
              <a:ext uri="{FF2B5EF4-FFF2-40B4-BE49-F238E27FC236}">
                <a16:creationId xmlns:a16="http://schemas.microsoft.com/office/drawing/2014/main" id="{044B8CF3-7EDB-71E8-D058-82FFC3F8E634}"/>
              </a:ext>
            </a:extLst>
          </p:cNvPr>
          <p:cNvSpPr txBox="1"/>
          <p:nvPr/>
        </p:nvSpPr>
        <p:spPr>
          <a:xfrm>
            <a:off x="341377" y="1800934"/>
            <a:ext cx="5486400" cy="954107"/>
          </a:xfrm>
          <a:prstGeom prst="rect">
            <a:avLst/>
          </a:prstGeom>
          <a:noFill/>
        </p:spPr>
        <p:txBody>
          <a:bodyPr wrap="square">
            <a:spAutoFit/>
          </a:bodyPr>
          <a:lstStyle/>
          <a:p>
            <a:pPr algn="l"/>
            <a:r>
              <a:rPr sz="1400">
                <a:ln w="0"/>
                <a:effectLst>
                  <a:outerShdw blurRad="38100" dist="19050" dir="2700000" algn="tl" rotWithShape="0">
                    <a:schemeClr val="dk1">
                      <a:alpha val="40000"/>
                    </a:schemeClr>
                  </a:outerShdw>
                </a:effectLst>
                <a:latin typeface="ShellBook" panose="00000500000000000000" pitchFamily="2" charset="0"/>
              </a:rPr>
              <a:t>"Review class /SHL/CL_FLOG_MMR_DYN_UPDATE — does it follow our coding standards?
Check for missing Mod Log header and any direct table SELECT statements."</a:t>
            </a:r>
          </a:p>
        </p:txBody>
      </p:sp>
      <p:sp>
        <p:nvSpPr>
          <p:cNvPr id="39" name="Rectangle 38">
            <a:extLst>
              <a:ext uri="{FF2B5EF4-FFF2-40B4-BE49-F238E27FC236}">
                <a16:creationId xmlns:a16="http://schemas.microsoft.com/office/drawing/2014/main" id="{41493EA8-F97F-4056-2163-AF9585FDE4BB}"/>
              </a:ext>
            </a:extLst>
          </p:cNvPr>
          <p:cNvSpPr/>
          <p:nvPr/>
        </p:nvSpPr>
        <p:spPr>
          <a:xfrm>
            <a:off x="6193536" y="1453462"/>
            <a:ext cx="5760720" cy="130157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sz="1400">
              <a:ln w="0"/>
              <a:solidFill>
                <a:schemeClr val="tx1"/>
              </a:solidFill>
              <a:effectLst>
                <a:outerShdw blurRad="38100" dist="19050" dir="2700000" algn="tl" rotWithShape="0">
                  <a:schemeClr val="dk1">
                    <a:alpha val="40000"/>
                  </a:schemeClr>
                </a:outerShdw>
              </a:effectLst>
              <a:latin typeface="ShellBook" panose="00000500000000000000" pitchFamily="2" charset="0"/>
            </a:endParaRPr>
          </a:p>
        </p:txBody>
      </p:sp>
      <p:sp>
        <p:nvSpPr>
          <p:cNvPr id="40" name="TextBox 39">
            <a:extLst>
              <a:ext uri="{FF2B5EF4-FFF2-40B4-BE49-F238E27FC236}">
                <a16:creationId xmlns:a16="http://schemas.microsoft.com/office/drawing/2014/main" id="{527B35AE-14A4-9A9D-632B-96D8D5BCD12B}"/>
              </a:ext>
            </a:extLst>
          </p:cNvPr>
          <p:cNvSpPr txBox="1"/>
          <p:nvPr/>
        </p:nvSpPr>
        <p:spPr>
          <a:xfrm>
            <a:off x="6376417" y="1508326"/>
            <a:ext cx="2286000" cy="3077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l"/>
            <a:r>
              <a:rPr sz="1400">
                <a:ln w="0"/>
                <a:solidFill>
                  <a:schemeClr val="tx1"/>
                </a:solidFill>
                <a:effectLst>
                  <a:outerShdw blurRad="38100" dist="19050" dir="2700000" algn="tl" rotWithShape="0">
                    <a:schemeClr val="dk1">
                      <a:alpha val="40000"/>
                    </a:schemeClr>
                  </a:outerShdw>
                </a:effectLst>
                <a:latin typeface="+mj-lt"/>
              </a:rPr>
              <a:t>Documentation</a:t>
            </a:r>
          </a:p>
        </p:txBody>
      </p:sp>
      <p:sp>
        <p:nvSpPr>
          <p:cNvPr id="41" name="TextBox 40">
            <a:extLst>
              <a:ext uri="{FF2B5EF4-FFF2-40B4-BE49-F238E27FC236}">
                <a16:creationId xmlns:a16="http://schemas.microsoft.com/office/drawing/2014/main" id="{633E08CB-333D-7CA6-342D-828320D7FC88}"/>
              </a:ext>
            </a:extLst>
          </p:cNvPr>
          <p:cNvSpPr txBox="1"/>
          <p:nvPr/>
        </p:nvSpPr>
        <p:spPr>
          <a:xfrm>
            <a:off x="6376417" y="1800934"/>
            <a:ext cx="5486400" cy="523220"/>
          </a:xfrm>
          <a:prstGeom prst="rect">
            <a:avLst/>
          </a:prstGeom>
          <a:noFill/>
        </p:spPr>
        <p:txBody>
          <a:bodyPr wrap="square">
            <a:spAutoFit/>
          </a:bodyPr>
          <a:lstStyle/>
          <a:p>
            <a:pPr algn="l"/>
            <a:r>
              <a:rPr sz="1400">
                <a:ln w="0"/>
                <a:effectLst>
                  <a:outerShdw blurRad="38100" dist="19050" dir="2700000" algn="tl" rotWithShape="0">
                    <a:schemeClr val="dk1">
                      <a:alpha val="40000"/>
                    </a:schemeClr>
                  </a:outerShdw>
                </a:effectLst>
                <a:latin typeface="ShellBook" panose="00000500000000000000" pitchFamily="2" charset="0"/>
              </a:rPr>
              <a:t>"What does program /SHL/R_JVA_WCT do? Walk me through the business logic step by step."</a:t>
            </a:r>
          </a:p>
        </p:txBody>
      </p:sp>
      <p:sp>
        <p:nvSpPr>
          <p:cNvPr id="42" name="Rectangle 41">
            <a:extLst>
              <a:ext uri="{FF2B5EF4-FFF2-40B4-BE49-F238E27FC236}">
                <a16:creationId xmlns:a16="http://schemas.microsoft.com/office/drawing/2014/main" id="{20F89055-1C87-DB32-D3A3-455FD054001A}"/>
              </a:ext>
            </a:extLst>
          </p:cNvPr>
          <p:cNvSpPr/>
          <p:nvPr/>
        </p:nvSpPr>
        <p:spPr>
          <a:xfrm>
            <a:off x="158497" y="2779342"/>
            <a:ext cx="5760720" cy="130157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sz="1400">
              <a:ln w="0"/>
              <a:solidFill>
                <a:schemeClr val="tx1"/>
              </a:solidFill>
              <a:effectLst>
                <a:outerShdw blurRad="38100" dist="19050" dir="2700000" algn="tl" rotWithShape="0">
                  <a:schemeClr val="dk1">
                    <a:alpha val="40000"/>
                  </a:schemeClr>
                </a:outerShdw>
              </a:effectLst>
              <a:latin typeface="ShellBook" panose="00000500000000000000" pitchFamily="2" charset="0"/>
            </a:endParaRPr>
          </a:p>
        </p:txBody>
      </p:sp>
      <p:sp>
        <p:nvSpPr>
          <p:cNvPr id="43" name="TextBox 42">
            <a:extLst>
              <a:ext uri="{FF2B5EF4-FFF2-40B4-BE49-F238E27FC236}">
                <a16:creationId xmlns:a16="http://schemas.microsoft.com/office/drawing/2014/main" id="{0D825328-330B-79DD-33DC-8CF303737525}"/>
              </a:ext>
            </a:extLst>
          </p:cNvPr>
          <p:cNvSpPr txBox="1"/>
          <p:nvPr/>
        </p:nvSpPr>
        <p:spPr>
          <a:xfrm>
            <a:off x="371858" y="2847497"/>
            <a:ext cx="2286000" cy="3077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l"/>
            <a:r>
              <a:rPr sz="1400">
                <a:ln w="0"/>
                <a:solidFill>
                  <a:schemeClr val="tx1"/>
                </a:solidFill>
                <a:effectLst>
                  <a:outerShdw blurRad="38100" dist="19050" dir="2700000" algn="tl" rotWithShape="0">
                    <a:schemeClr val="dk1">
                      <a:alpha val="40000"/>
                    </a:schemeClr>
                  </a:outerShdw>
                </a:effectLst>
                <a:latin typeface="+mj-lt"/>
              </a:rPr>
              <a:t>Enhancement</a:t>
            </a:r>
          </a:p>
        </p:txBody>
      </p:sp>
      <p:sp>
        <p:nvSpPr>
          <p:cNvPr id="44" name="TextBox 43">
            <a:extLst>
              <a:ext uri="{FF2B5EF4-FFF2-40B4-BE49-F238E27FC236}">
                <a16:creationId xmlns:a16="http://schemas.microsoft.com/office/drawing/2014/main" id="{AA925555-1105-8FEC-E0BB-A94B4734AFCF}"/>
              </a:ext>
            </a:extLst>
          </p:cNvPr>
          <p:cNvSpPr txBox="1"/>
          <p:nvPr/>
        </p:nvSpPr>
        <p:spPr>
          <a:xfrm>
            <a:off x="329183" y="3209128"/>
            <a:ext cx="5486400" cy="523220"/>
          </a:xfrm>
          <a:prstGeom prst="rect">
            <a:avLst/>
          </a:prstGeom>
          <a:noFill/>
        </p:spPr>
        <p:txBody>
          <a:bodyPr wrap="square">
            <a:spAutoFit/>
          </a:bodyPr>
          <a:lstStyle/>
          <a:p>
            <a:pPr algn="l"/>
            <a:r>
              <a:rPr sz="1400">
                <a:ln w="0"/>
                <a:effectLst>
                  <a:outerShdw blurRad="38100" dist="19050" dir="2700000" algn="tl" rotWithShape="0">
                    <a:schemeClr val="dk1">
                      <a:alpha val="40000"/>
                    </a:schemeClr>
                  </a:outerShdw>
                </a:effectLst>
                <a:latin typeface="ShellBook" panose="00000500000000000000" pitchFamily="2" charset="0"/>
              </a:rPr>
              <a:t>"I need to trigger custom logic when a goods receipt is posted. Which BADI should I implement?"</a:t>
            </a:r>
          </a:p>
        </p:txBody>
      </p:sp>
      <p:sp>
        <p:nvSpPr>
          <p:cNvPr id="45" name="Rectangle 44">
            <a:extLst>
              <a:ext uri="{FF2B5EF4-FFF2-40B4-BE49-F238E27FC236}">
                <a16:creationId xmlns:a16="http://schemas.microsoft.com/office/drawing/2014/main" id="{2DF01FF4-30E1-0D77-040E-46B0C75FB248}"/>
              </a:ext>
            </a:extLst>
          </p:cNvPr>
          <p:cNvSpPr/>
          <p:nvPr/>
        </p:nvSpPr>
        <p:spPr>
          <a:xfrm>
            <a:off x="6193536" y="2779342"/>
            <a:ext cx="5760720" cy="130157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sz="1400">
              <a:ln w="0"/>
              <a:solidFill>
                <a:schemeClr val="tx1"/>
              </a:solidFill>
              <a:effectLst>
                <a:outerShdw blurRad="38100" dist="19050" dir="2700000" algn="tl" rotWithShape="0">
                  <a:schemeClr val="dk1">
                    <a:alpha val="40000"/>
                  </a:schemeClr>
                </a:outerShdw>
              </a:effectLst>
              <a:latin typeface="ShellBook" panose="00000500000000000000" pitchFamily="2" charset="0"/>
            </a:endParaRPr>
          </a:p>
        </p:txBody>
      </p:sp>
      <p:sp>
        <p:nvSpPr>
          <p:cNvPr id="46" name="TextBox 45">
            <a:extLst>
              <a:ext uri="{FF2B5EF4-FFF2-40B4-BE49-F238E27FC236}">
                <a16:creationId xmlns:a16="http://schemas.microsoft.com/office/drawing/2014/main" id="{1F280C5B-B0B8-7AE9-7D74-9A5B92B55FD0}"/>
              </a:ext>
            </a:extLst>
          </p:cNvPr>
          <p:cNvSpPr txBox="1"/>
          <p:nvPr/>
        </p:nvSpPr>
        <p:spPr>
          <a:xfrm>
            <a:off x="6376417" y="2834206"/>
            <a:ext cx="2286000" cy="3077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l"/>
            <a:r>
              <a:rPr sz="1400">
                <a:ln w="0"/>
                <a:solidFill>
                  <a:schemeClr val="tx1"/>
                </a:solidFill>
                <a:effectLst>
                  <a:outerShdw blurRad="38100" dist="19050" dir="2700000" algn="tl" rotWithShape="0">
                    <a:schemeClr val="dk1">
                      <a:alpha val="40000"/>
                    </a:schemeClr>
                  </a:outerShdw>
                </a:effectLst>
                <a:latin typeface="+mj-lt"/>
              </a:rPr>
              <a:t>Impact Analysis</a:t>
            </a:r>
          </a:p>
        </p:txBody>
      </p:sp>
      <p:sp>
        <p:nvSpPr>
          <p:cNvPr id="47" name="TextBox 46">
            <a:extLst>
              <a:ext uri="{FF2B5EF4-FFF2-40B4-BE49-F238E27FC236}">
                <a16:creationId xmlns:a16="http://schemas.microsoft.com/office/drawing/2014/main" id="{9987FD4D-487D-CEFA-B9E4-4769846196F1}"/>
              </a:ext>
            </a:extLst>
          </p:cNvPr>
          <p:cNvSpPr txBox="1"/>
          <p:nvPr/>
        </p:nvSpPr>
        <p:spPr>
          <a:xfrm>
            <a:off x="6376417" y="3126814"/>
            <a:ext cx="5486400" cy="738664"/>
          </a:xfrm>
          <a:prstGeom prst="rect">
            <a:avLst/>
          </a:prstGeom>
          <a:noFill/>
        </p:spPr>
        <p:txBody>
          <a:bodyPr wrap="square">
            <a:spAutoFit/>
          </a:bodyPr>
          <a:lstStyle/>
          <a:p>
            <a:pPr algn="l"/>
            <a:r>
              <a:rPr sz="1400">
                <a:ln w="0"/>
                <a:effectLst>
                  <a:outerShdw blurRad="38100" dist="19050" dir="2700000" algn="tl" rotWithShape="0">
                    <a:schemeClr val="dk1">
                      <a:alpha val="40000"/>
                    </a:schemeClr>
                  </a:outerShdw>
                </a:effectLst>
                <a:latin typeface="ShellBook" panose="00000500000000000000" pitchFamily="2" charset="0"/>
              </a:rPr>
              <a:t>"I'm about to change interface /SHL/IF_FIN_CONSTANTS_S1. What objects will be affected
across the system? What is the risk level?"</a:t>
            </a:r>
          </a:p>
        </p:txBody>
      </p:sp>
      <p:sp>
        <p:nvSpPr>
          <p:cNvPr id="48" name="Rectangle 47">
            <a:extLst>
              <a:ext uri="{FF2B5EF4-FFF2-40B4-BE49-F238E27FC236}">
                <a16:creationId xmlns:a16="http://schemas.microsoft.com/office/drawing/2014/main" id="{8DE481C6-4CAD-EA0A-18B6-0C0050F903DD}"/>
              </a:ext>
            </a:extLst>
          </p:cNvPr>
          <p:cNvSpPr/>
          <p:nvPr/>
        </p:nvSpPr>
        <p:spPr>
          <a:xfrm>
            <a:off x="158497" y="4105222"/>
            <a:ext cx="5760720" cy="130157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sz="1400">
              <a:ln w="0"/>
              <a:solidFill>
                <a:schemeClr val="tx1"/>
              </a:solidFill>
              <a:effectLst>
                <a:outerShdw blurRad="38100" dist="19050" dir="2700000" algn="tl" rotWithShape="0">
                  <a:schemeClr val="dk1">
                    <a:alpha val="40000"/>
                  </a:schemeClr>
                </a:outerShdw>
              </a:effectLst>
              <a:latin typeface="ShellBook" panose="00000500000000000000" pitchFamily="2" charset="0"/>
            </a:endParaRPr>
          </a:p>
        </p:txBody>
      </p:sp>
      <p:sp>
        <p:nvSpPr>
          <p:cNvPr id="49" name="TextBox 48">
            <a:extLst>
              <a:ext uri="{FF2B5EF4-FFF2-40B4-BE49-F238E27FC236}">
                <a16:creationId xmlns:a16="http://schemas.microsoft.com/office/drawing/2014/main" id="{43EEE779-0848-BD58-9517-F45E848678C3}"/>
              </a:ext>
            </a:extLst>
          </p:cNvPr>
          <p:cNvSpPr txBox="1"/>
          <p:nvPr/>
        </p:nvSpPr>
        <p:spPr>
          <a:xfrm>
            <a:off x="341377" y="4160086"/>
            <a:ext cx="2286000" cy="3077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l"/>
            <a:r>
              <a:rPr sz="1400">
                <a:ln w="0"/>
                <a:solidFill>
                  <a:schemeClr val="tx1"/>
                </a:solidFill>
                <a:effectLst>
                  <a:outerShdw blurRad="38100" dist="19050" dir="2700000" algn="tl" rotWithShape="0">
                    <a:schemeClr val="dk1">
                      <a:alpha val="40000"/>
                    </a:schemeClr>
                  </a:outerShdw>
                </a:effectLst>
                <a:latin typeface="+mj-lt"/>
              </a:rPr>
              <a:t>TR Safety</a:t>
            </a:r>
          </a:p>
        </p:txBody>
      </p:sp>
      <p:sp>
        <p:nvSpPr>
          <p:cNvPr id="50" name="TextBox 49">
            <a:extLst>
              <a:ext uri="{FF2B5EF4-FFF2-40B4-BE49-F238E27FC236}">
                <a16:creationId xmlns:a16="http://schemas.microsoft.com/office/drawing/2014/main" id="{54965566-F917-B54F-5ADA-470216467080}"/>
              </a:ext>
            </a:extLst>
          </p:cNvPr>
          <p:cNvSpPr txBox="1"/>
          <p:nvPr/>
        </p:nvSpPr>
        <p:spPr>
          <a:xfrm>
            <a:off x="295657" y="4553718"/>
            <a:ext cx="5486400" cy="523220"/>
          </a:xfrm>
          <a:prstGeom prst="rect">
            <a:avLst/>
          </a:prstGeom>
          <a:noFill/>
        </p:spPr>
        <p:txBody>
          <a:bodyPr wrap="square">
            <a:spAutoFit/>
          </a:bodyPr>
          <a:lstStyle/>
          <a:p>
            <a:pPr algn="l"/>
            <a:r>
              <a:rPr sz="1400">
                <a:ln w="0"/>
                <a:effectLst>
                  <a:outerShdw blurRad="38100" dist="19050" dir="2700000" algn="tl" rotWithShape="0">
                    <a:schemeClr val="dk1">
                      <a:alpha val="40000"/>
                    </a:schemeClr>
                  </a:outerShdw>
                </a:effectLst>
                <a:latin typeface="ShellBook" panose="00000500000000000000" pitchFamily="2" charset="0"/>
              </a:rPr>
              <a:t>"Is it safe to release transport D59K950005 to Quality system K59?
Check all its dependencies and tell me if anything will break."</a:t>
            </a:r>
          </a:p>
        </p:txBody>
      </p:sp>
      <p:sp>
        <p:nvSpPr>
          <p:cNvPr id="51" name="Rectangle 50">
            <a:extLst>
              <a:ext uri="{FF2B5EF4-FFF2-40B4-BE49-F238E27FC236}">
                <a16:creationId xmlns:a16="http://schemas.microsoft.com/office/drawing/2014/main" id="{8777CACA-FC51-54CF-C164-EE1BFD97FF66}"/>
              </a:ext>
            </a:extLst>
          </p:cNvPr>
          <p:cNvSpPr/>
          <p:nvPr/>
        </p:nvSpPr>
        <p:spPr>
          <a:xfrm>
            <a:off x="6193536" y="4105222"/>
            <a:ext cx="5760720" cy="130157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sz="1400">
              <a:ln w="0"/>
              <a:solidFill>
                <a:schemeClr val="tx1"/>
              </a:solidFill>
              <a:effectLst>
                <a:outerShdw blurRad="38100" dist="19050" dir="2700000" algn="tl" rotWithShape="0">
                  <a:schemeClr val="dk1">
                    <a:alpha val="40000"/>
                  </a:schemeClr>
                </a:outerShdw>
              </a:effectLst>
              <a:latin typeface="ShellBook" panose="00000500000000000000" pitchFamily="2" charset="0"/>
            </a:endParaRPr>
          </a:p>
        </p:txBody>
      </p:sp>
      <p:sp>
        <p:nvSpPr>
          <p:cNvPr id="52" name="TextBox 51">
            <a:extLst>
              <a:ext uri="{FF2B5EF4-FFF2-40B4-BE49-F238E27FC236}">
                <a16:creationId xmlns:a16="http://schemas.microsoft.com/office/drawing/2014/main" id="{CC5B3165-0A46-7D64-9A99-EB2EF649D183}"/>
              </a:ext>
            </a:extLst>
          </p:cNvPr>
          <p:cNvSpPr txBox="1"/>
          <p:nvPr/>
        </p:nvSpPr>
        <p:spPr>
          <a:xfrm>
            <a:off x="6330696" y="4181058"/>
            <a:ext cx="2286000" cy="3077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l"/>
            <a:r>
              <a:rPr sz="1400" b="1">
                <a:solidFill>
                  <a:schemeClr val="tx1"/>
                </a:solidFill>
                <a:latin typeface="+mj-lt"/>
              </a:rPr>
              <a:t>CDS Comparison</a:t>
            </a:r>
          </a:p>
        </p:txBody>
      </p:sp>
      <p:sp>
        <p:nvSpPr>
          <p:cNvPr id="53" name="TextBox 52">
            <a:extLst>
              <a:ext uri="{FF2B5EF4-FFF2-40B4-BE49-F238E27FC236}">
                <a16:creationId xmlns:a16="http://schemas.microsoft.com/office/drawing/2014/main" id="{DCFF135E-FC40-2DD2-0736-FAF2CDF63F63}"/>
              </a:ext>
            </a:extLst>
          </p:cNvPr>
          <p:cNvSpPr txBox="1"/>
          <p:nvPr/>
        </p:nvSpPr>
        <p:spPr>
          <a:xfrm>
            <a:off x="6330696" y="4571323"/>
            <a:ext cx="5486400" cy="738664"/>
          </a:xfrm>
          <a:prstGeom prst="rect">
            <a:avLst/>
          </a:prstGeom>
          <a:noFill/>
        </p:spPr>
        <p:txBody>
          <a:bodyPr wrap="square">
            <a:spAutoFit/>
          </a:bodyPr>
          <a:lstStyle/>
          <a:p>
            <a:pPr algn="l"/>
            <a:r>
              <a:rPr sz="1400">
                <a:ln w="0"/>
                <a:effectLst>
                  <a:outerShdw blurRad="38100" dist="19050" dir="2700000" algn="tl" rotWithShape="0">
                    <a:schemeClr val="dk1">
                      <a:alpha val="40000"/>
                    </a:schemeClr>
                  </a:outerShdw>
                </a:effectLst>
                <a:latin typeface="ShellBook" panose="00000500000000000000" pitchFamily="2" charset="0"/>
              </a:rPr>
              <a:t>"Compare CDS view /SHL/VH_SHPT_AUFK between D59 and K59 — are they identical,
or did some changes not get transported yet?"</a:t>
            </a:r>
          </a:p>
        </p:txBody>
      </p:sp>
      <p:sp>
        <p:nvSpPr>
          <p:cNvPr id="54" name="Rectangle 53">
            <a:extLst>
              <a:ext uri="{FF2B5EF4-FFF2-40B4-BE49-F238E27FC236}">
                <a16:creationId xmlns:a16="http://schemas.microsoft.com/office/drawing/2014/main" id="{797C91CE-A1C1-7D3B-5B89-8F233F3BB219}"/>
              </a:ext>
            </a:extLst>
          </p:cNvPr>
          <p:cNvSpPr/>
          <p:nvPr/>
        </p:nvSpPr>
        <p:spPr>
          <a:xfrm>
            <a:off x="158497" y="5431101"/>
            <a:ext cx="5760720" cy="130157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sz="1400">
              <a:ln w="0"/>
              <a:solidFill>
                <a:schemeClr val="tx1"/>
              </a:solidFill>
              <a:effectLst>
                <a:outerShdw blurRad="38100" dist="19050" dir="2700000" algn="tl" rotWithShape="0">
                  <a:schemeClr val="dk1">
                    <a:alpha val="40000"/>
                  </a:schemeClr>
                </a:outerShdw>
              </a:effectLst>
              <a:latin typeface="ShellBook" panose="00000500000000000000" pitchFamily="2" charset="0"/>
            </a:endParaRPr>
          </a:p>
        </p:txBody>
      </p:sp>
      <p:sp>
        <p:nvSpPr>
          <p:cNvPr id="55" name="TextBox 54">
            <a:extLst>
              <a:ext uri="{FF2B5EF4-FFF2-40B4-BE49-F238E27FC236}">
                <a16:creationId xmlns:a16="http://schemas.microsoft.com/office/drawing/2014/main" id="{2FEBFA66-A65E-18C2-DC16-36DEA3601F32}"/>
              </a:ext>
            </a:extLst>
          </p:cNvPr>
          <p:cNvSpPr txBox="1"/>
          <p:nvPr/>
        </p:nvSpPr>
        <p:spPr>
          <a:xfrm>
            <a:off x="341377" y="5485965"/>
            <a:ext cx="2286000" cy="3077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l"/>
            <a:r>
              <a:rPr sz="1400">
                <a:ln w="0"/>
                <a:solidFill>
                  <a:schemeClr val="tx1"/>
                </a:solidFill>
                <a:effectLst>
                  <a:outerShdw blurRad="38100" dist="19050" dir="2700000" algn="tl" rotWithShape="0">
                    <a:schemeClr val="dk1">
                      <a:alpha val="40000"/>
                    </a:schemeClr>
                  </a:outerShdw>
                </a:effectLst>
                <a:latin typeface="+mj-lt"/>
              </a:rPr>
              <a:t>Unit Tests</a:t>
            </a:r>
          </a:p>
        </p:txBody>
      </p:sp>
      <p:sp>
        <p:nvSpPr>
          <p:cNvPr id="56" name="TextBox 55">
            <a:extLst>
              <a:ext uri="{FF2B5EF4-FFF2-40B4-BE49-F238E27FC236}">
                <a16:creationId xmlns:a16="http://schemas.microsoft.com/office/drawing/2014/main" id="{0D0A8E3E-520A-F7BD-B261-87C86F898A83}"/>
              </a:ext>
            </a:extLst>
          </p:cNvPr>
          <p:cNvSpPr txBox="1"/>
          <p:nvPr/>
        </p:nvSpPr>
        <p:spPr>
          <a:xfrm>
            <a:off x="341377" y="5778573"/>
            <a:ext cx="5486400" cy="738664"/>
          </a:xfrm>
          <a:prstGeom prst="rect">
            <a:avLst/>
          </a:prstGeom>
          <a:noFill/>
        </p:spPr>
        <p:txBody>
          <a:bodyPr wrap="square">
            <a:spAutoFit/>
          </a:bodyPr>
          <a:lstStyle/>
          <a:p>
            <a:pPr algn="l"/>
            <a:r>
              <a:rPr sz="1400">
                <a:ln w="0"/>
                <a:effectLst>
                  <a:outerShdw blurRad="38100" dist="19050" dir="2700000" algn="tl" rotWithShape="0">
                    <a:schemeClr val="dk1">
                      <a:alpha val="40000"/>
                    </a:schemeClr>
                  </a:outerShdw>
                </a:effectLst>
                <a:latin typeface="ShellBook" panose="00000500000000000000" pitchFamily="2" charset="0"/>
              </a:rPr>
              <a:t>"Write ABAP unit tests for FM /SHL/FM_FLOG_CREATE_ADHOC — cover main logic paths
and edge cases. Make it SE38-ready."</a:t>
            </a:r>
          </a:p>
        </p:txBody>
      </p:sp>
      <p:sp>
        <p:nvSpPr>
          <p:cNvPr id="57" name="Rectangle 56">
            <a:extLst>
              <a:ext uri="{FF2B5EF4-FFF2-40B4-BE49-F238E27FC236}">
                <a16:creationId xmlns:a16="http://schemas.microsoft.com/office/drawing/2014/main" id="{D0696AC3-7940-5A7D-B383-62B3FA7A6CCC}"/>
              </a:ext>
            </a:extLst>
          </p:cNvPr>
          <p:cNvSpPr/>
          <p:nvPr/>
        </p:nvSpPr>
        <p:spPr>
          <a:xfrm>
            <a:off x="6193536" y="5457471"/>
            <a:ext cx="5760720" cy="1301579"/>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sz="1400">
              <a:ln w="0"/>
              <a:solidFill>
                <a:schemeClr val="tx1"/>
              </a:solidFill>
              <a:effectLst>
                <a:outerShdw blurRad="38100" dist="19050" dir="2700000" algn="tl" rotWithShape="0">
                  <a:schemeClr val="dk1">
                    <a:alpha val="40000"/>
                  </a:schemeClr>
                </a:outerShdw>
              </a:effectLst>
              <a:latin typeface="ShellBook" panose="00000500000000000000" pitchFamily="2" charset="0"/>
            </a:endParaRPr>
          </a:p>
        </p:txBody>
      </p:sp>
      <p:sp>
        <p:nvSpPr>
          <p:cNvPr id="58" name="TextBox 57">
            <a:extLst>
              <a:ext uri="{FF2B5EF4-FFF2-40B4-BE49-F238E27FC236}">
                <a16:creationId xmlns:a16="http://schemas.microsoft.com/office/drawing/2014/main" id="{46D82FD9-EDFE-C151-3CDF-E9B2EB976152}"/>
              </a:ext>
            </a:extLst>
          </p:cNvPr>
          <p:cNvSpPr txBox="1"/>
          <p:nvPr/>
        </p:nvSpPr>
        <p:spPr>
          <a:xfrm>
            <a:off x="6376417" y="5512335"/>
            <a:ext cx="2286000" cy="30777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l"/>
            <a:r>
              <a:rPr sz="1400">
                <a:ln w="0"/>
                <a:solidFill>
                  <a:schemeClr val="tx1"/>
                </a:solidFill>
                <a:effectLst>
                  <a:outerShdw blurRad="38100" dist="19050" dir="2700000" algn="tl" rotWithShape="0">
                    <a:schemeClr val="dk1">
                      <a:alpha val="40000"/>
                    </a:schemeClr>
                  </a:outerShdw>
                </a:effectLst>
                <a:latin typeface="+mj-lt"/>
              </a:rPr>
              <a:t>End-to-End</a:t>
            </a:r>
          </a:p>
        </p:txBody>
      </p:sp>
      <p:sp>
        <p:nvSpPr>
          <p:cNvPr id="59" name="TextBox 58">
            <a:extLst>
              <a:ext uri="{FF2B5EF4-FFF2-40B4-BE49-F238E27FC236}">
                <a16:creationId xmlns:a16="http://schemas.microsoft.com/office/drawing/2014/main" id="{EF6579FB-9CE7-EE54-217D-5B82707D1662}"/>
              </a:ext>
            </a:extLst>
          </p:cNvPr>
          <p:cNvSpPr txBox="1"/>
          <p:nvPr/>
        </p:nvSpPr>
        <p:spPr>
          <a:xfrm>
            <a:off x="6376417" y="5804943"/>
            <a:ext cx="5486400" cy="954107"/>
          </a:xfrm>
          <a:prstGeom prst="rect">
            <a:avLst/>
          </a:prstGeom>
          <a:noFill/>
        </p:spPr>
        <p:txBody>
          <a:bodyPr wrap="square">
            <a:spAutoFit/>
          </a:bodyPr>
          <a:lstStyle/>
          <a:p>
            <a:pPr algn="l"/>
            <a:r>
              <a:rPr sz="1400">
                <a:ln w="0"/>
                <a:effectLst>
                  <a:outerShdw blurRad="38100" dist="19050" dir="2700000" algn="tl" rotWithShape="0">
                    <a:schemeClr val="dk1">
                      <a:alpha val="40000"/>
                    </a:schemeClr>
                  </a:outerShdw>
                </a:effectLst>
                <a:latin typeface="ShellBook" panose="00000500000000000000" pitchFamily="2" charset="0"/>
              </a:rPr>
              <a:t>"I'm a new developer adding a custom check in the freight log process.
Find the right BADI, explain the existing FM, check its impact, generate a unit test."</a:t>
            </a:r>
          </a:p>
        </p:txBody>
      </p:sp>
    </p:spTree>
    <p:extLst>
      <p:ext uri="{BB962C8B-B14F-4D97-AF65-F5344CB8AC3E}">
        <p14:creationId xmlns:p14="http://schemas.microsoft.com/office/powerpoint/2010/main" val="36559280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49044D6-F1FA-137C-B378-96C32662558F}"/>
              </a:ext>
            </a:extLst>
          </p:cNvPr>
          <p:cNvSpPr>
            <a:spLocks noGrp="1"/>
          </p:cNvSpPr>
          <p:nvPr>
            <p:ph type="dt" sz="half" idx="2"/>
          </p:nvPr>
        </p:nvSpPr>
        <p:spPr/>
        <p:txBody>
          <a:bodyPr/>
          <a:lstStyle/>
          <a:p>
            <a:pPr>
              <a:defRPr/>
            </a:pPr>
            <a:r>
              <a:rPr lang="en-US" noProof="1"/>
              <a:t>March 2026</a:t>
            </a:r>
          </a:p>
          <a:p>
            <a:pPr>
              <a:defRPr/>
            </a:pPr>
            <a:endParaRPr lang="en-GB" noProof="1"/>
          </a:p>
        </p:txBody>
      </p:sp>
      <p:sp>
        <p:nvSpPr>
          <p:cNvPr id="5" name="Slide Number Placeholder 4">
            <a:extLst>
              <a:ext uri="{FF2B5EF4-FFF2-40B4-BE49-F238E27FC236}">
                <a16:creationId xmlns:a16="http://schemas.microsoft.com/office/drawing/2014/main" id="{5B70E62F-3072-912C-5B58-488E1BCE8B1D}"/>
              </a:ext>
            </a:extLst>
          </p:cNvPr>
          <p:cNvSpPr>
            <a:spLocks noGrp="1"/>
          </p:cNvSpPr>
          <p:nvPr>
            <p:ph type="sldNum" sz="quarter" idx="4"/>
          </p:nvPr>
        </p:nvSpPr>
        <p:spPr/>
        <p:txBody>
          <a:bodyPr/>
          <a:lstStyle/>
          <a:p>
            <a:fld id="{D32BAE6A-B452-4007-8177-56DD051636F9}" type="slidenum">
              <a:rPr lang="en-GB" noProof="1" smtClean="0"/>
              <a:pPr/>
              <a:t>11</a:t>
            </a:fld>
            <a:endParaRPr lang="en-GB" noProof="1"/>
          </a:p>
        </p:txBody>
      </p:sp>
      <p:sp>
        <p:nvSpPr>
          <p:cNvPr id="6" name="Footer Placeholder 5">
            <a:extLst>
              <a:ext uri="{FF2B5EF4-FFF2-40B4-BE49-F238E27FC236}">
                <a16:creationId xmlns:a16="http://schemas.microsoft.com/office/drawing/2014/main" id="{FC40D1F1-1A33-B095-DC24-BACA3DC91B8F}"/>
              </a:ext>
            </a:extLst>
          </p:cNvPr>
          <p:cNvSpPr>
            <a:spLocks noGrp="1"/>
          </p:cNvSpPr>
          <p:nvPr>
            <p:ph type="ftr" sz="quarter" idx="3"/>
          </p:nvPr>
        </p:nvSpPr>
        <p:spPr/>
        <p:txBody>
          <a:bodyPr/>
          <a:lstStyle/>
          <a:p>
            <a:pPr>
              <a:defRPr/>
            </a:pPr>
            <a:r>
              <a:rPr lang="en-GB" noProof="1"/>
              <a:t> </a:t>
            </a:r>
          </a:p>
        </p:txBody>
      </p:sp>
      <p:sp>
        <p:nvSpPr>
          <p:cNvPr id="7" name="TextBox 6">
            <a:extLst>
              <a:ext uri="{FF2B5EF4-FFF2-40B4-BE49-F238E27FC236}">
                <a16:creationId xmlns:a16="http://schemas.microsoft.com/office/drawing/2014/main" id="{60F0F7FA-9EFC-C099-6258-9296DDB0B70D}"/>
              </a:ext>
            </a:extLst>
          </p:cNvPr>
          <p:cNvSpPr txBox="1"/>
          <p:nvPr/>
        </p:nvSpPr>
        <p:spPr>
          <a:xfrm>
            <a:off x="420624" y="507999"/>
            <a:ext cx="10058400" cy="646331"/>
          </a:xfrm>
          <a:prstGeom prst="rect">
            <a:avLst/>
          </a:prstGeom>
          <a:noFill/>
        </p:spPr>
        <p:txBody>
          <a:bodyPr wrap="square">
            <a:spAutoFit/>
          </a:bodyPr>
          <a:lstStyle/>
          <a:p>
            <a:pPr algn="l"/>
            <a:r>
              <a:rPr sz="3600" b="1" i="0">
                <a:latin typeface="+mj-lt"/>
              </a:rPr>
              <a:t>Developer</a:t>
            </a:r>
            <a:r>
              <a:rPr lang="en-US" sz="3600" b="1" i="0">
                <a:latin typeface="+mj-lt"/>
              </a:rPr>
              <a:t> </a:t>
            </a:r>
            <a:r>
              <a:rPr sz="3600" b="1" i="0">
                <a:latin typeface="+mj-lt"/>
              </a:rPr>
              <a:t>Productivity Impact</a:t>
            </a:r>
          </a:p>
        </p:txBody>
      </p:sp>
      <p:sp>
        <p:nvSpPr>
          <p:cNvPr id="8" name="TextBox 7">
            <a:extLst>
              <a:ext uri="{FF2B5EF4-FFF2-40B4-BE49-F238E27FC236}">
                <a16:creationId xmlns:a16="http://schemas.microsoft.com/office/drawing/2014/main" id="{5BE57631-EC30-A049-729E-78D8DFB3DD83}"/>
              </a:ext>
            </a:extLst>
          </p:cNvPr>
          <p:cNvSpPr txBox="1"/>
          <p:nvPr/>
        </p:nvSpPr>
        <p:spPr>
          <a:xfrm>
            <a:off x="420624" y="1153250"/>
            <a:ext cx="9144000" cy="369332"/>
          </a:xfrm>
          <a:prstGeom prst="rect">
            <a:avLst/>
          </a:prstGeom>
          <a:noFill/>
        </p:spPr>
        <p:txBody>
          <a:bodyPr wrap="square">
            <a:spAutoFit/>
          </a:bodyPr>
          <a:lstStyle/>
          <a:p>
            <a:pPr algn="l"/>
            <a:r>
              <a:rPr sz="1800" b="0" i="0">
                <a:solidFill>
                  <a:schemeClr val="accent2"/>
                </a:solidFill>
                <a:latin typeface="+mj-lt"/>
              </a:rPr>
              <a:t>Time saved per task — estimated based on current manual effort</a:t>
            </a:r>
          </a:p>
        </p:txBody>
      </p:sp>
      <p:sp>
        <p:nvSpPr>
          <p:cNvPr id="9" name="Rectangle 8">
            <a:extLst>
              <a:ext uri="{FF2B5EF4-FFF2-40B4-BE49-F238E27FC236}">
                <a16:creationId xmlns:a16="http://schemas.microsoft.com/office/drawing/2014/main" id="{82152C08-8FEF-98F8-37D1-B59AE0B77C98}"/>
              </a:ext>
            </a:extLst>
          </p:cNvPr>
          <p:cNvSpPr/>
          <p:nvPr/>
        </p:nvSpPr>
        <p:spPr>
          <a:xfrm>
            <a:off x="420624" y="1636738"/>
            <a:ext cx="4974336" cy="402336"/>
          </a:xfrm>
          <a:prstGeom prst="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sz="1400">
              <a:latin typeface="ShellBook" panose="00000500000000000000" pitchFamily="2" charset="0"/>
            </a:endParaRPr>
          </a:p>
        </p:txBody>
      </p:sp>
      <p:sp>
        <p:nvSpPr>
          <p:cNvPr id="10" name="TextBox 9">
            <a:extLst>
              <a:ext uri="{FF2B5EF4-FFF2-40B4-BE49-F238E27FC236}">
                <a16:creationId xmlns:a16="http://schemas.microsoft.com/office/drawing/2014/main" id="{A5DBADD5-54B4-35B2-AC93-11BA465297CE}"/>
              </a:ext>
            </a:extLst>
          </p:cNvPr>
          <p:cNvSpPr txBox="1"/>
          <p:nvPr/>
        </p:nvSpPr>
        <p:spPr>
          <a:xfrm>
            <a:off x="512064" y="1691602"/>
            <a:ext cx="4864608" cy="338554"/>
          </a:xfrm>
          <a:prstGeom prst="rect">
            <a:avLst/>
          </a:prstGeom>
          <a:noFill/>
        </p:spPr>
        <p:txBody>
          <a:bodyPr wrap="square">
            <a:spAutoFit/>
          </a:bodyPr>
          <a:lstStyle/>
          <a:p>
            <a:pPr algn="ctr"/>
            <a:r>
              <a:rPr sz="1600" b="1" i="0">
                <a:solidFill>
                  <a:srgbClr val="FFFFFF"/>
                </a:solidFill>
                <a:latin typeface="ShellBook" panose="00000500000000000000" pitchFamily="2" charset="0"/>
              </a:rPr>
              <a:t>Developer Task</a:t>
            </a:r>
          </a:p>
        </p:txBody>
      </p:sp>
      <p:sp>
        <p:nvSpPr>
          <p:cNvPr id="11" name="Rectangle 10">
            <a:extLst>
              <a:ext uri="{FF2B5EF4-FFF2-40B4-BE49-F238E27FC236}">
                <a16:creationId xmlns:a16="http://schemas.microsoft.com/office/drawing/2014/main" id="{643B4BB9-16AE-B66F-13D7-3F479BC1817B}"/>
              </a:ext>
            </a:extLst>
          </p:cNvPr>
          <p:cNvSpPr/>
          <p:nvPr/>
        </p:nvSpPr>
        <p:spPr>
          <a:xfrm>
            <a:off x="5513832" y="1636738"/>
            <a:ext cx="2962656" cy="402336"/>
          </a:xfrm>
          <a:prstGeom prst="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sz="1400">
              <a:latin typeface="ShellBook" panose="00000500000000000000" pitchFamily="2" charset="0"/>
            </a:endParaRPr>
          </a:p>
        </p:txBody>
      </p:sp>
      <p:sp>
        <p:nvSpPr>
          <p:cNvPr id="12" name="TextBox 11">
            <a:extLst>
              <a:ext uri="{FF2B5EF4-FFF2-40B4-BE49-F238E27FC236}">
                <a16:creationId xmlns:a16="http://schemas.microsoft.com/office/drawing/2014/main" id="{9A5C1B65-EBE8-2C1F-417B-7809C79C2AF6}"/>
              </a:ext>
            </a:extLst>
          </p:cNvPr>
          <p:cNvSpPr txBox="1"/>
          <p:nvPr/>
        </p:nvSpPr>
        <p:spPr>
          <a:xfrm>
            <a:off x="5605271" y="1691602"/>
            <a:ext cx="2852927" cy="338554"/>
          </a:xfrm>
          <a:prstGeom prst="rect">
            <a:avLst/>
          </a:prstGeom>
          <a:noFill/>
        </p:spPr>
        <p:txBody>
          <a:bodyPr wrap="square">
            <a:spAutoFit/>
          </a:bodyPr>
          <a:lstStyle/>
          <a:p>
            <a:pPr algn="ctr"/>
            <a:r>
              <a:rPr sz="1600" b="1" i="0">
                <a:solidFill>
                  <a:srgbClr val="FFFFFF"/>
                </a:solidFill>
                <a:latin typeface="ShellBook" panose="00000500000000000000" pitchFamily="2" charset="0"/>
              </a:rPr>
              <a:t>Manual Effort Today</a:t>
            </a:r>
          </a:p>
        </p:txBody>
      </p:sp>
      <p:sp>
        <p:nvSpPr>
          <p:cNvPr id="13" name="Rectangle 12">
            <a:extLst>
              <a:ext uri="{FF2B5EF4-FFF2-40B4-BE49-F238E27FC236}">
                <a16:creationId xmlns:a16="http://schemas.microsoft.com/office/drawing/2014/main" id="{2C8ED41F-AF85-333E-E2EF-B6DEC963E0A9}"/>
              </a:ext>
            </a:extLst>
          </p:cNvPr>
          <p:cNvSpPr/>
          <p:nvPr/>
        </p:nvSpPr>
        <p:spPr>
          <a:xfrm>
            <a:off x="8595360" y="1636738"/>
            <a:ext cx="2962656" cy="402336"/>
          </a:xfrm>
          <a:prstGeom prst="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endParaRPr sz="1400">
              <a:latin typeface="ShellBook" panose="00000500000000000000" pitchFamily="2" charset="0"/>
            </a:endParaRPr>
          </a:p>
        </p:txBody>
      </p:sp>
      <p:sp>
        <p:nvSpPr>
          <p:cNvPr id="14" name="TextBox 13">
            <a:extLst>
              <a:ext uri="{FF2B5EF4-FFF2-40B4-BE49-F238E27FC236}">
                <a16:creationId xmlns:a16="http://schemas.microsoft.com/office/drawing/2014/main" id="{B1C838D6-0512-391F-5361-BF8099991E99}"/>
              </a:ext>
            </a:extLst>
          </p:cNvPr>
          <p:cNvSpPr txBox="1"/>
          <p:nvPr/>
        </p:nvSpPr>
        <p:spPr>
          <a:xfrm>
            <a:off x="8686800" y="1691602"/>
            <a:ext cx="2852927" cy="338554"/>
          </a:xfrm>
          <a:prstGeom prst="rect">
            <a:avLst/>
          </a:prstGeom>
          <a:noFill/>
          <a:ln>
            <a:noFill/>
          </a:ln>
        </p:spPr>
        <p:style>
          <a:lnRef idx="0">
            <a:scrgbClr r="0" g="0" b="0"/>
          </a:lnRef>
          <a:fillRef idx="0">
            <a:scrgbClr r="0" g="0" b="0"/>
          </a:fillRef>
          <a:effectRef idx="0">
            <a:scrgbClr r="0" g="0" b="0"/>
          </a:effectRef>
          <a:fontRef idx="minor">
            <a:schemeClr val="accent3"/>
          </a:fontRef>
        </p:style>
        <p:txBody>
          <a:bodyPr wrap="square">
            <a:spAutoFit/>
          </a:bodyPr>
          <a:lstStyle/>
          <a:p>
            <a:pPr algn="ctr"/>
            <a:r>
              <a:rPr sz="1600" b="1" i="0">
                <a:solidFill>
                  <a:srgbClr val="FFFFFF"/>
                </a:solidFill>
                <a:latin typeface="ShellBook" panose="00000500000000000000" pitchFamily="2" charset="0"/>
              </a:rPr>
              <a:t>With AI Assistant</a:t>
            </a:r>
          </a:p>
        </p:txBody>
      </p:sp>
      <p:sp>
        <p:nvSpPr>
          <p:cNvPr id="15" name="Rectangle 14">
            <a:extLst>
              <a:ext uri="{FF2B5EF4-FFF2-40B4-BE49-F238E27FC236}">
                <a16:creationId xmlns:a16="http://schemas.microsoft.com/office/drawing/2014/main" id="{19115943-9A7D-56A8-9CE5-F3A59B9DD97B}"/>
              </a:ext>
            </a:extLst>
          </p:cNvPr>
          <p:cNvSpPr/>
          <p:nvPr/>
        </p:nvSpPr>
        <p:spPr>
          <a:xfrm>
            <a:off x="420624" y="2066506"/>
            <a:ext cx="497433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16" name="TextBox 15">
            <a:extLst>
              <a:ext uri="{FF2B5EF4-FFF2-40B4-BE49-F238E27FC236}">
                <a16:creationId xmlns:a16="http://schemas.microsoft.com/office/drawing/2014/main" id="{F5F7A834-8F06-6F8D-BFAF-CA2B84C0BD19}"/>
              </a:ext>
            </a:extLst>
          </p:cNvPr>
          <p:cNvSpPr txBox="1"/>
          <p:nvPr/>
        </p:nvSpPr>
        <p:spPr>
          <a:xfrm>
            <a:off x="512064" y="2139658"/>
            <a:ext cx="4846320" cy="338554"/>
          </a:xfrm>
          <a:prstGeom prst="rect">
            <a:avLst/>
          </a:prstGeom>
          <a:noFill/>
        </p:spPr>
        <p:txBody>
          <a:bodyPr wrap="square">
            <a:spAutoFit/>
          </a:bodyPr>
          <a:lstStyle/>
          <a:p>
            <a:pPr algn="l"/>
            <a:r>
              <a:rPr sz="1600" b="0" i="0">
                <a:solidFill>
                  <a:srgbClr val="333333"/>
                </a:solidFill>
                <a:latin typeface="ShellBook" panose="00000500000000000000" pitchFamily="2" charset="0"/>
              </a:rPr>
              <a:t>Finding the right BADI or Exit</a:t>
            </a:r>
          </a:p>
        </p:txBody>
      </p:sp>
      <p:sp>
        <p:nvSpPr>
          <p:cNvPr id="17" name="Rectangle 16">
            <a:extLst>
              <a:ext uri="{FF2B5EF4-FFF2-40B4-BE49-F238E27FC236}">
                <a16:creationId xmlns:a16="http://schemas.microsoft.com/office/drawing/2014/main" id="{51211EF2-21C8-D4A8-17AE-B924C29199F2}"/>
              </a:ext>
            </a:extLst>
          </p:cNvPr>
          <p:cNvSpPr/>
          <p:nvPr/>
        </p:nvSpPr>
        <p:spPr>
          <a:xfrm>
            <a:off x="5513832" y="2057362"/>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18" name="TextBox 17">
            <a:extLst>
              <a:ext uri="{FF2B5EF4-FFF2-40B4-BE49-F238E27FC236}">
                <a16:creationId xmlns:a16="http://schemas.microsoft.com/office/drawing/2014/main" id="{9B9C4A5E-CAAB-28F4-B1BE-094590695D4F}"/>
              </a:ext>
            </a:extLst>
          </p:cNvPr>
          <p:cNvSpPr txBox="1"/>
          <p:nvPr/>
        </p:nvSpPr>
        <p:spPr>
          <a:xfrm>
            <a:off x="5605271" y="2139658"/>
            <a:ext cx="2834639" cy="338554"/>
          </a:xfrm>
          <a:prstGeom prst="rect">
            <a:avLst/>
          </a:prstGeom>
          <a:noFill/>
        </p:spPr>
        <p:txBody>
          <a:bodyPr wrap="square">
            <a:spAutoFit/>
          </a:bodyPr>
          <a:lstStyle/>
          <a:p>
            <a:pPr algn="ctr"/>
            <a:r>
              <a:rPr sz="1600" b="1" i="0">
                <a:solidFill>
                  <a:srgbClr val="C0392B"/>
                </a:solidFill>
                <a:latin typeface="ShellBook" panose="00000500000000000000" pitchFamily="2" charset="0"/>
              </a:rPr>
              <a:t>2 – 3 hours</a:t>
            </a:r>
          </a:p>
        </p:txBody>
      </p:sp>
      <p:sp>
        <p:nvSpPr>
          <p:cNvPr id="19" name="Rectangle 18">
            <a:extLst>
              <a:ext uri="{FF2B5EF4-FFF2-40B4-BE49-F238E27FC236}">
                <a16:creationId xmlns:a16="http://schemas.microsoft.com/office/drawing/2014/main" id="{B8858E5A-DDC3-19B6-915C-DB6CB0C72067}"/>
              </a:ext>
            </a:extLst>
          </p:cNvPr>
          <p:cNvSpPr/>
          <p:nvPr/>
        </p:nvSpPr>
        <p:spPr>
          <a:xfrm>
            <a:off x="8595360" y="2057362"/>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20" name="TextBox 19">
            <a:extLst>
              <a:ext uri="{FF2B5EF4-FFF2-40B4-BE49-F238E27FC236}">
                <a16:creationId xmlns:a16="http://schemas.microsoft.com/office/drawing/2014/main" id="{95ADDF72-8B49-4B1F-9931-4D765BFE587C}"/>
              </a:ext>
            </a:extLst>
          </p:cNvPr>
          <p:cNvSpPr txBox="1"/>
          <p:nvPr/>
        </p:nvSpPr>
        <p:spPr>
          <a:xfrm>
            <a:off x="8686800" y="2139658"/>
            <a:ext cx="2834639" cy="338554"/>
          </a:xfrm>
          <a:prstGeom prst="rect">
            <a:avLst/>
          </a:prstGeom>
          <a:noFill/>
        </p:spPr>
        <p:txBody>
          <a:bodyPr wrap="square">
            <a:spAutoFit/>
          </a:bodyPr>
          <a:lstStyle/>
          <a:p>
            <a:pPr algn="ctr"/>
            <a:r>
              <a:rPr sz="1600" b="1" i="0">
                <a:solidFill>
                  <a:srgbClr val="1A7A4A"/>
                </a:solidFill>
                <a:latin typeface="ShellBook" panose="00000500000000000000" pitchFamily="2" charset="0"/>
              </a:rPr>
              <a:t>&lt; 30 seconds</a:t>
            </a:r>
          </a:p>
        </p:txBody>
      </p:sp>
      <p:sp>
        <p:nvSpPr>
          <p:cNvPr id="21" name="Rectangle 20">
            <a:extLst>
              <a:ext uri="{FF2B5EF4-FFF2-40B4-BE49-F238E27FC236}">
                <a16:creationId xmlns:a16="http://schemas.microsoft.com/office/drawing/2014/main" id="{E607E92F-08E8-2EBA-ACED-143030F78F81}"/>
              </a:ext>
            </a:extLst>
          </p:cNvPr>
          <p:cNvSpPr/>
          <p:nvPr/>
        </p:nvSpPr>
        <p:spPr>
          <a:xfrm>
            <a:off x="420624" y="2688298"/>
            <a:ext cx="497433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22" name="TextBox 21">
            <a:extLst>
              <a:ext uri="{FF2B5EF4-FFF2-40B4-BE49-F238E27FC236}">
                <a16:creationId xmlns:a16="http://schemas.microsoft.com/office/drawing/2014/main" id="{D3C6762A-1D62-C896-08B3-B8914B9938BA}"/>
              </a:ext>
            </a:extLst>
          </p:cNvPr>
          <p:cNvSpPr txBox="1"/>
          <p:nvPr/>
        </p:nvSpPr>
        <p:spPr>
          <a:xfrm>
            <a:off x="512064" y="2761450"/>
            <a:ext cx="4846320" cy="338554"/>
          </a:xfrm>
          <a:prstGeom prst="rect">
            <a:avLst/>
          </a:prstGeom>
          <a:noFill/>
        </p:spPr>
        <p:txBody>
          <a:bodyPr wrap="square">
            <a:spAutoFit/>
          </a:bodyPr>
          <a:lstStyle/>
          <a:p>
            <a:pPr algn="l"/>
            <a:r>
              <a:rPr sz="1600" b="0" i="0">
                <a:solidFill>
                  <a:srgbClr val="333333"/>
                </a:solidFill>
                <a:latin typeface="ShellBook" panose="00000500000000000000" pitchFamily="2" charset="0"/>
              </a:rPr>
              <a:t>Understanding unfamiliar legacy code</a:t>
            </a:r>
          </a:p>
        </p:txBody>
      </p:sp>
      <p:sp>
        <p:nvSpPr>
          <p:cNvPr id="23" name="Rectangle 22">
            <a:extLst>
              <a:ext uri="{FF2B5EF4-FFF2-40B4-BE49-F238E27FC236}">
                <a16:creationId xmlns:a16="http://schemas.microsoft.com/office/drawing/2014/main" id="{8D4A5AB2-136E-6354-BE30-5EA62209003E}"/>
              </a:ext>
            </a:extLst>
          </p:cNvPr>
          <p:cNvSpPr/>
          <p:nvPr/>
        </p:nvSpPr>
        <p:spPr>
          <a:xfrm>
            <a:off x="5513832" y="2679154"/>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24" name="TextBox 23">
            <a:extLst>
              <a:ext uri="{FF2B5EF4-FFF2-40B4-BE49-F238E27FC236}">
                <a16:creationId xmlns:a16="http://schemas.microsoft.com/office/drawing/2014/main" id="{00789ABA-41CF-279F-F39F-BA0F758E977B}"/>
              </a:ext>
            </a:extLst>
          </p:cNvPr>
          <p:cNvSpPr txBox="1"/>
          <p:nvPr/>
        </p:nvSpPr>
        <p:spPr>
          <a:xfrm>
            <a:off x="5605271" y="2761450"/>
            <a:ext cx="2834639" cy="338554"/>
          </a:xfrm>
          <a:prstGeom prst="rect">
            <a:avLst/>
          </a:prstGeom>
          <a:noFill/>
        </p:spPr>
        <p:txBody>
          <a:bodyPr wrap="square">
            <a:spAutoFit/>
          </a:bodyPr>
          <a:lstStyle/>
          <a:p>
            <a:pPr algn="ctr"/>
            <a:r>
              <a:rPr sz="1600" b="1" i="0">
                <a:solidFill>
                  <a:srgbClr val="C0392B"/>
                </a:solidFill>
                <a:latin typeface="ShellBook" panose="00000500000000000000" pitchFamily="2" charset="0"/>
              </a:rPr>
              <a:t>1 – 2 hours</a:t>
            </a:r>
          </a:p>
        </p:txBody>
      </p:sp>
      <p:sp>
        <p:nvSpPr>
          <p:cNvPr id="25" name="Rectangle 24">
            <a:extLst>
              <a:ext uri="{FF2B5EF4-FFF2-40B4-BE49-F238E27FC236}">
                <a16:creationId xmlns:a16="http://schemas.microsoft.com/office/drawing/2014/main" id="{0F7E7D7D-D0A4-2561-77CB-AED106D9003C}"/>
              </a:ext>
            </a:extLst>
          </p:cNvPr>
          <p:cNvSpPr/>
          <p:nvPr/>
        </p:nvSpPr>
        <p:spPr>
          <a:xfrm>
            <a:off x="8595360" y="2679154"/>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26" name="TextBox 25">
            <a:extLst>
              <a:ext uri="{FF2B5EF4-FFF2-40B4-BE49-F238E27FC236}">
                <a16:creationId xmlns:a16="http://schemas.microsoft.com/office/drawing/2014/main" id="{D875F83F-16ED-68EF-19D5-8BAB9F8365B3}"/>
              </a:ext>
            </a:extLst>
          </p:cNvPr>
          <p:cNvSpPr txBox="1"/>
          <p:nvPr/>
        </p:nvSpPr>
        <p:spPr>
          <a:xfrm>
            <a:off x="8686800" y="2761450"/>
            <a:ext cx="2834639" cy="338554"/>
          </a:xfrm>
          <a:prstGeom prst="rect">
            <a:avLst/>
          </a:prstGeom>
          <a:noFill/>
        </p:spPr>
        <p:txBody>
          <a:bodyPr wrap="square">
            <a:spAutoFit/>
          </a:bodyPr>
          <a:lstStyle/>
          <a:p>
            <a:pPr algn="ctr"/>
            <a:r>
              <a:rPr sz="1600" b="1" i="0">
                <a:solidFill>
                  <a:srgbClr val="1A7A4A"/>
                </a:solidFill>
                <a:latin typeface="ShellBook" panose="00000500000000000000" pitchFamily="2" charset="0"/>
              </a:rPr>
              <a:t>&lt; 1 minute</a:t>
            </a:r>
          </a:p>
        </p:txBody>
      </p:sp>
      <p:sp>
        <p:nvSpPr>
          <p:cNvPr id="27" name="Rectangle 26">
            <a:extLst>
              <a:ext uri="{FF2B5EF4-FFF2-40B4-BE49-F238E27FC236}">
                <a16:creationId xmlns:a16="http://schemas.microsoft.com/office/drawing/2014/main" id="{1C21DB4C-3EF4-5D74-0A70-0B099763E0DA}"/>
              </a:ext>
            </a:extLst>
          </p:cNvPr>
          <p:cNvSpPr/>
          <p:nvPr/>
        </p:nvSpPr>
        <p:spPr>
          <a:xfrm>
            <a:off x="420624" y="3310090"/>
            <a:ext cx="497433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28" name="TextBox 27">
            <a:extLst>
              <a:ext uri="{FF2B5EF4-FFF2-40B4-BE49-F238E27FC236}">
                <a16:creationId xmlns:a16="http://schemas.microsoft.com/office/drawing/2014/main" id="{37B45C5E-456D-8732-5062-F6547143D181}"/>
              </a:ext>
            </a:extLst>
          </p:cNvPr>
          <p:cNvSpPr txBox="1"/>
          <p:nvPr/>
        </p:nvSpPr>
        <p:spPr>
          <a:xfrm>
            <a:off x="512064" y="3383242"/>
            <a:ext cx="4846320" cy="338554"/>
          </a:xfrm>
          <a:prstGeom prst="rect">
            <a:avLst/>
          </a:prstGeom>
          <a:noFill/>
        </p:spPr>
        <p:txBody>
          <a:bodyPr wrap="square">
            <a:spAutoFit/>
          </a:bodyPr>
          <a:lstStyle/>
          <a:p>
            <a:pPr algn="l"/>
            <a:r>
              <a:rPr sz="1600" b="0" i="0">
                <a:solidFill>
                  <a:srgbClr val="333333"/>
                </a:solidFill>
                <a:latin typeface="ShellBook" panose="00000500000000000000" pitchFamily="2" charset="0"/>
              </a:rPr>
              <a:t>Writing ABAP unit tests</a:t>
            </a:r>
          </a:p>
        </p:txBody>
      </p:sp>
      <p:sp>
        <p:nvSpPr>
          <p:cNvPr id="29" name="Rectangle 28">
            <a:extLst>
              <a:ext uri="{FF2B5EF4-FFF2-40B4-BE49-F238E27FC236}">
                <a16:creationId xmlns:a16="http://schemas.microsoft.com/office/drawing/2014/main" id="{36275720-6F6C-661A-4C2C-C2BC2CDAA3B4}"/>
              </a:ext>
            </a:extLst>
          </p:cNvPr>
          <p:cNvSpPr/>
          <p:nvPr/>
        </p:nvSpPr>
        <p:spPr>
          <a:xfrm>
            <a:off x="5513832" y="3300946"/>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30" name="TextBox 29">
            <a:extLst>
              <a:ext uri="{FF2B5EF4-FFF2-40B4-BE49-F238E27FC236}">
                <a16:creationId xmlns:a16="http://schemas.microsoft.com/office/drawing/2014/main" id="{BA6C3451-7174-8D68-23C8-F235146E7062}"/>
              </a:ext>
            </a:extLst>
          </p:cNvPr>
          <p:cNvSpPr txBox="1"/>
          <p:nvPr/>
        </p:nvSpPr>
        <p:spPr>
          <a:xfrm>
            <a:off x="5605271" y="3383242"/>
            <a:ext cx="2834639" cy="338554"/>
          </a:xfrm>
          <a:prstGeom prst="rect">
            <a:avLst/>
          </a:prstGeom>
          <a:noFill/>
        </p:spPr>
        <p:txBody>
          <a:bodyPr wrap="square">
            <a:spAutoFit/>
          </a:bodyPr>
          <a:lstStyle/>
          <a:p>
            <a:pPr algn="ctr"/>
            <a:r>
              <a:rPr sz="1600" b="1" i="0">
                <a:solidFill>
                  <a:srgbClr val="C0392B"/>
                </a:solidFill>
                <a:latin typeface="ShellBook" panose="00000500000000000000" pitchFamily="2" charset="0"/>
              </a:rPr>
              <a:t>2 – 4 hours</a:t>
            </a:r>
          </a:p>
        </p:txBody>
      </p:sp>
      <p:sp>
        <p:nvSpPr>
          <p:cNvPr id="31" name="Rectangle 30">
            <a:extLst>
              <a:ext uri="{FF2B5EF4-FFF2-40B4-BE49-F238E27FC236}">
                <a16:creationId xmlns:a16="http://schemas.microsoft.com/office/drawing/2014/main" id="{BCCA7DFD-A91A-E631-6D6A-A076D333CE2B}"/>
              </a:ext>
            </a:extLst>
          </p:cNvPr>
          <p:cNvSpPr/>
          <p:nvPr/>
        </p:nvSpPr>
        <p:spPr>
          <a:xfrm>
            <a:off x="8595360" y="3300946"/>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32" name="TextBox 31">
            <a:extLst>
              <a:ext uri="{FF2B5EF4-FFF2-40B4-BE49-F238E27FC236}">
                <a16:creationId xmlns:a16="http://schemas.microsoft.com/office/drawing/2014/main" id="{9765A935-1C78-F479-DDFC-07D2A25AA554}"/>
              </a:ext>
            </a:extLst>
          </p:cNvPr>
          <p:cNvSpPr txBox="1"/>
          <p:nvPr/>
        </p:nvSpPr>
        <p:spPr>
          <a:xfrm>
            <a:off x="8686800" y="3383242"/>
            <a:ext cx="2834639" cy="338554"/>
          </a:xfrm>
          <a:prstGeom prst="rect">
            <a:avLst/>
          </a:prstGeom>
          <a:noFill/>
        </p:spPr>
        <p:txBody>
          <a:bodyPr wrap="square">
            <a:spAutoFit/>
          </a:bodyPr>
          <a:lstStyle/>
          <a:p>
            <a:pPr algn="ctr"/>
            <a:r>
              <a:rPr sz="1600" b="1" i="0">
                <a:solidFill>
                  <a:srgbClr val="1A7A4A"/>
                </a:solidFill>
                <a:latin typeface="ShellBook" panose="00000500000000000000" pitchFamily="2" charset="0"/>
              </a:rPr>
              <a:t>2 – 3 minutes</a:t>
            </a:r>
          </a:p>
        </p:txBody>
      </p:sp>
      <p:sp>
        <p:nvSpPr>
          <p:cNvPr id="33" name="Rectangle 32">
            <a:extLst>
              <a:ext uri="{FF2B5EF4-FFF2-40B4-BE49-F238E27FC236}">
                <a16:creationId xmlns:a16="http://schemas.microsoft.com/office/drawing/2014/main" id="{053BE561-8C3B-E2B4-5EE7-EA6BB95F504E}"/>
              </a:ext>
            </a:extLst>
          </p:cNvPr>
          <p:cNvSpPr/>
          <p:nvPr/>
        </p:nvSpPr>
        <p:spPr>
          <a:xfrm>
            <a:off x="420624" y="3931882"/>
            <a:ext cx="497433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34" name="TextBox 33">
            <a:extLst>
              <a:ext uri="{FF2B5EF4-FFF2-40B4-BE49-F238E27FC236}">
                <a16:creationId xmlns:a16="http://schemas.microsoft.com/office/drawing/2014/main" id="{4DEFDCC1-1AD2-AAE6-A6AB-4404F06F7A17}"/>
              </a:ext>
            </a:extLst>
          </p:cNvPr>
          <p:cNvSpPr txBox="1"/>
          <p:nvPr/>
        </p:nvSpPr>
        <p:spPr>
          <a:xfrm>
            <a:off x="512064" y="4005033"/>
            <a:ext cx="4846320" cy="338554"/>
          </a:xfrm>
          <a:prstGeom prst="rect">
            <a:avLst/>
          </a:prstGeom>
          <a:noFill/>
        </p:spPr>
        <p:txBody>
          <a:bodyPr wrap="square">
            <a:spAutoFit/>
          </a:bodyPr>
          <a:lstStyle/>
          <a:p>
            <a:pPr algn="l"/>
            <a:r>
              <a:rPr sz="1600" b="0" i="0">
                <a:solidFill>
                  <a:srgbClr val="333333"/>
                </a:solidFill>
                <a:latin typeface="ShellBook" panose="00000500000000000000" pitchFamily="2" charset="0"/>
              </a:rPr>
              <a:t>Impact analysis before a change</a:t>
            </a:r>
          </a:p>
        </p:txBody>
      </p:sp>
      <p:sp>
        <p:nvSpPr>
          <p:cNvPr id="35" name="Rectangle 34">
            <a:extLst>
              <a:ext uri="{FF2B5EF4-FFF2-40B4-BE49-F238E27FC236}">
                <a16:creationId xmlns:a16="http://schemas.microsoft.com/office/drawing/2014/main" id="{6835E8CC-0B5F-4490-75AF-55E1C9039C91}"/>
              </a:ext>
            </a:extLst>
          </p:cNvPr>
          <p:cNvSpPr/>
          <p:nvPr/>
        </p:nvSpPr>
        <p:spPr>
          <a:xfrm>
            <a:off x="5513832" y="3922738"/>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36" name="TextBox 35">
            <a:extLst>
              <a:ext uri="{FF2B5EF4-FFF2-40B4-BE49-F238E27FC236}">
                <a16:creationId xmlns:a16="http://schemas.microsoft.com/office/drawing/2014/main" id="{0E38FECC-2A53-04C5-B03F-C43B60CE4B7E}"/>
              </a:ext>
            </a:extLst>
          </p:cNvPr>
          <p:cNvSpPr txBox="1"/>
          <p:nvPr/>
        </p:nvSpPr>
        <p:spPr>
          <a:xfrm>
            <a:off x="5605271" y="4005033"/>
            <a:ext cx="2834639" cy="338554"/>
          </a:xfrm>
          <a:prstGeom prst="rect">
            <a:avLst/>
          </a:prstGeom>
          <a:noFill/>
        </p:spPr>
        <p:txBody>
          <a:bodyPr wrap="square">
            <a:spAutoFit/>
          </a:bodyPr>
          <a:lstStyle/>
          <a:p>
            <a:pPr algn="ctr"/>
            <a:r>
              <a:rPr sz="1600" b="1" i="0">
                <a:solidFill>
                  <a:srgbClr val="C0392B"/>
                </a:solidFill>
                <a:latin typeface="ShellBook" panose="00000500000000000000" pitchFamily="2" charset="0"/>
              </a:rPr>
              <a:t>30 – 60 min</a:t>
            </a:r>
          </a:p>
        </p:txBody>
      </p:sp>
      <p:sp>
        <p:nvSpPr>
          <p:cNvPr id="37" name="Rectangle 36">
            <a:extLst>
              <a:ext uri="{FF2B5EF4-FFF2-40B4-BE49-F238E27FC236}">
                <a16:creationId xmlns:a16="http://schemas.microsoft.com/office/drawing/2014/main" id="{D7AF4BCF-59E9-701C-F379-210A186AAD1B}"/>
              </a:ext>
            </a:extLst>
          </p:cNvPr>
          <p:cNvSpPr/>
          <p:nvPr/>
        </p:nvSpPr>
        <p:spPr>
          <a:xfrm>
            <a:off x="8595360" y="3922738"/>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38" name="TextBox 37">
            <a:extLst>
              <a:ext uri="{FF2B5EF4-FFF2-40B4-BE49-F238E27FC236}">
                <a16:creationId xmlns:a16="http://schemas.microsoft.com/office/drawing/2014/main" id="{2C212E8D-402F-05AF-7DB4-DB9837992DC0}"/>
              </a:ext>
            </a:extLst>
          </p:cNvPr>
          <p:cNvSpPr txBox="1"/>
          <p:nvPr/>
        </p:nvSpPr>
        <p:spPr>
          <a:xfrm>
            <a:off x="8686800" y="4005033"/>
            <a:ext cx="2834639" cy="338554"/>
          </a:xfrm>
          <a:prstGeom prst="rect">
            <a:avLst/>
          </a:prstGeom>
          <a:noFill/>
        </p:spPr>
        <p:txBody>
          <a:bodyPr wrap="square">
            <a:spAutoFit/>
          </a:bodyPr>
          <a:lstStyle/>
          <a:p>
            <a:pPr algn="ctr"/>
            <a:r>
              <a:rPr sz="1600" b="1" i="0">
                <a:solidFill>
                  <a:srgbClr val="1A7A4A"/>
                </a:solidFill>
                <a:latin typeface="ShellBook" panose="00000500000000000000" pitchFamily="2" charset="0"/>
              </a:rPr>
              <a:t>&lt; 1 minute</a:t>
            </a:r>
          </a:p>
        </p:txBody>
      </p:sp>
      <p:sp>
        <p:nvSpPr>
          <p:cNvPr id="39" name="Rectangle 38">
            <a:extLst>
              <a:ext uri="{FF2B5EF4-FFF2-40B4-BE49-F238E27FC236}">
                <a16:creationId xmlns:a16="http://schemas.microsoft.com/office/drawing/2014/main" id="{1C0F88E7-6EB6-1DA4-0E68-E5D8BD36D9DB}"/>
              </a:ext>
            </a:extLst>
          </p:cNvPr>
          <p:cNvSpPr/>
          <p:nvPr/>
        </p:nvSpPr>
        <p:spPr>
          <a:xfrm>
            <a:off x="420624" y="4553674"/>
            <a:ext cx="497433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40" name="TextBox 39">
            <a:extLst>
              <a:ext uri="{FF2B5EF4-FFF2-40B4-BE49-F238E27FC236}">
                <a16:creationId xmlns:a16="http://schemas.microsoft.com/office/drawing/2014/main" id="{41E8965B-EB99-B909-E5FB-5BB737C55879}"/>
              </a:ext>
            </a:extLst>
          </p:cNvPr>
          <p:cNvSpPr txBox="1"/>
          <p:nvPr/>
        </p:nvSpPr>
        <p:spPr>
          <a:xfrm>
            <a:off x="512064" y="4626826"/>
            <a:ext cx="4846320" cy="338554"/>
          </a:xfrm>
          <a:prstGeom prst="rect">
            <a:avLst/>
          </a:prstGeom>
          <a:noFill/>
        </p:spPr>
        <p:txBody>
          <a:bodyPr wrap="square">
            <a:spAutoFit/>
          </a:bodyPr>
          <a:lstStyle/>
          <a:p>
            <a:pPr algn="l"/>
            <a:r>
              <a:rPr sz="1600" b="0" i="0">
                <a:solidFill>
                  <a:srgbClr val="333333"/>
                </a:solidFill>
                <a:latin typeface="ShellBook" panose="00000500000000000000" pitchFamily="2" charset="0"/>
              </a:rPr>
              <a:t>Checking TR transport readiness</a:t>
            </a:r>
          </a:p>
        </p:txBody>
      </p:sp>
      <p:sp>
        <p:nvSpPr>
          <p:cNvPr id="41" name="Rectangle 40">
            <a:extLst>
              <a:ext uri="{FF2B5EF4-FFF2-40B4-BE49-F238E27FC236}">
                <a16:creationId xmlns:a16="http://schemas.microsoft.com/office/drawing/2014/main" id="{3727622E-F081-4765-6ECF-58438AC42D08}"/>
              </a:ext>
            </a:extLst>
          </p:cNvPr>
          <p:cNvSpPr/>
          <p:nvPr/>
        </p:nvSpPr>
        <p:spPr>
          <a:xfrm>
            <a:off x="5513832" y="4544530"/>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42" name="TextBox 41">
            <a:extLst>
              <a:ext uri="{FF2B5EF4-FFF2-40B4-BE49-F238E27FC236}">
                <a16:creationId xmlns:a16="http://schemas.microsoft.com/office/drawing/2014/main" id="{18AA4172-6076-3605-2629-AD53B59D4DC4}"/>
              </a:ext>
            </a:extLst>
          </p:cNvPr>
          <p:cNvSpPr txBox="1"/>
          <p:nvPr/>
        </p:nvSpPr>
        <p:spPr>
          <a:xfrm>
            <a:off x="5605271" y="4626826"/>
            <a:ext cx="2834639" cy="338554"/>
          </a:xfrm>
          <a:prstGeom prst="rect">
            <a:avLst/>
          </a:prstGeom>
          <a:noFill/>
        </p:spPr>
        <p:txBody>
          <a:bodyPr wrap="square">
            <a:spAutoFit/>
          </a:bodyPr>
          <a:lstStyle/>
          <a:p>
            <a:pPr algn="ctr"/>
            <a:r>
              <a:rPr sz="1600" b="1" i="0">
                <a:solidFill>
                  <a:srgbClr val="C0392B"/>
                </a:solidFill>
                <a:latin typeface="ShellBook" panose="00000500000000000000" pitchFamily="2" charset="0"/>
              </a:rPr>
              <a:t>20 – 40 min</a:t>
            </a:r>
          </a:p>
        </p:txBody>
      </p:sp>
      <p:sp>
        <p:nvSpPr>
          <p:cNvPr id="43" name="Rectangle 42">
            <a:extLst>
              <a:ext uri="{FF2B5EF4-FFF2-40B4-BE49-F238E27FC236}">
                <a16:creationId xmlns:a16="http://schemas.microsoft.com/office/drawing/2014/main" id="{27F74DFD-7352-BFFD-9E51-2960C76F970F}"/>
              </a:ext>
            </a:extLst>
          </p:cNvPr>
          <p:cNvSpPr/>
          <p:nvPr/>
        </p:nvSpPr>
        <p:spPr>
          <a:xfrm>
            <a:off x="8595360" y="4544530"/>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44" name="TextBox 43">
            <a:extLst>
              <a:ext uri="{FF2B5EF4-FFF2-40B4-BE49-F238E27FC236}">
                <a16:creationId xmlns:a16="http://schemas.microsoft.com/office/drawing/2014/main" id="{4434357F-BC75-19E0-2B23-B237271B8693}"/>
              </a:ext>
            </a:extLst>
          </p:cNvPr>
          <p:cNvSpPr txBox="1"/>
          <p:nvPr/>
        </p:nvSpPr>
        <p:spPr>
          <a:xfrm>
            <a:off x="8686800" y="4626826"/>
            <a:ext cx="2834639" cy="338554"/>
          </a:xfrm>
          <a:prstGeom prst="rect">
            <a:avLst/>
          </a:prstGeom>
          <a:noFill/>
        </p:spPr>
        <p:txBody>
          <a:bodyPr wrap="square">
            <a:spAutoFit/>
          </a:bodyPr>
          <a:lstStyle/>
          <a:p>
            <a:pPr algn="ctr"/>
            <a:r>
              <a:rPr sz="1600" b="1" i="0">
                <a:solidFill>
                  <a:srgbClr val="1A7A4A"/>
                </a:solidFill>
                <a:latin typeface="ShellBook" panose="00000500000000000000" pitchFamily="2" charset="0"/>
              </a:rPr>
              <a:t>&lt; 30 seconds</a:t>
            </a:r>
          </a:p>
        </p:txBody>
      </p:sp>
      <p:sp>
        <p:nvSpPr>
          <p:cNvPr id="45" name="Rectangle 44">
            <a:extLst>
              <a:ext uri="{FF2B5EF4-FFF2-40B4-BE49-F238E27FC236}">
                <a16:creationId xmlns:a16="http://schemas.microsoft.com/office/drawing/2014/main" id="{0FFA8A84-DAC4-F3CE-C88F-C901FABE928F}"/>
              </a:ext>
            </a:extLst>
          </p:cNvPr>
          <p:cNvSpPr/>
          <p:nvPr/>
        </p:nvSpPr>
        <p:spPr>
          <a:xfrm>
            <a:off x="420624" y="5166322"/>
            <a:ext cx="497433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46" name="TextBox 45">
            <a:extLst>
              <a:ext uri="{FF2B5EF4-FFF2-40B4-BE49-F238E27FC236}">
                <a16:creationId xmlns:a16="http://schemas.microsoft.com/office/drawing/2014/main" id="{6D57FA3C-A60F-7FC2-65C3-47EC0F55AEFB}"/>
              </a:ext>
            </a:extLst>
          </p:cNvPr>
          <p:cNvSpPr txBox="1"/>
          <p:nvPr/>
        </p:nvSpPr>
        <p:spPr>
          <a:xfrm>
            <a:off x="512064" y="5248618"/>
            <a:ext cx="4846320" cy="338554"/>
          </a:xfrm>
          <a:prstGeom prst="rect">
            <a:avLst/>
          </a:prstGeom>
          <a:noFill/>
        </p:spPr>
        <p:txBody>
          <a:bodyPr wrap="square">
            <a:spAutoFit/>
          </a:bodyPr>
          <a:lstStyle/>
          <a:p>
            <a:pPr algn="l"/>
            <a:r>
              <a:rPr sz="1600" b="0" i="0">
                <a:solidFill>
                  <a:srgbClr val="333333"/>
                </a:solidFill>
                <a:latin typeface="ShellBook" panose="00000500000000000000" pitchFamily="2" charset="0"/>
              </a:rPr>
              <a:t>Cross-system CDS comparison</a:t>
            </a:r>
          </a:p>
        </p:txBody>
      </p:sp>
      <p:sp>
        <p:nvSpPr>
          <p:cNvPr id="47" name="Rectangle 46">
            <a:extLst>
              <a:ext uri="{FF2B5EF4-FFF2-40B4-BE49-F238E27FC236}">
                <a16:creationId xmlns:a16="http://schemas.microsoft.com/office/drawing/2014/main" id="{F89F7667-1549-5E5E-191A-64646818C8A0}"/>
              </a:ext>
            </a:extLst>
          </p:cNvPr>
          <p:cNvSpPr/>
          <p:nvPr/>
        </p:nvSpPr>
        <p:spPr>
          <a:xfrm>
            <a:off x="5513832" y="5166322"/>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48" name="TextBox 47">
            <a:extLst>
              <a:ext uri="{FF2B5EF4-FFF2-40B4-BE49-F238E27FC236}">
                <a16:creationId xmlns:a16="http://schemas.microsoft.com/office/drawing/2014/main" id="{01B308DE-EBEB-B516-FDA9-0ED7F16A975D}"/>
              </a:ext>
            </a:extLst>
          </p:cNvPr>
          <p:cNvSpPr txBox="1"/>
          <p:nvPr/>
        </p:nvSpPr>
        <p:spPr>
          <a:xfrm>
            <a:off x="5605271" y="5248618"/>
            <a:ext cx="2834639" cy="338554"/>
          </a:xfrm>
          <a:prstGeom prst="rect">
            <a:avLst/>
          </a:prstGeom>
          <a:noFill/>
        </p:spPr>
        <p:txBody>
          <a:bodyPr wrap="square">
            <a:spAutoFit/>
          </a:bodyPr>
          <a:lstStyle/>
          <a:p>
            <a:pPr algn="ctr"/>
            <a:r>
              <a:rPr sz="1600" b="1" i="0">
                <a:solidFill>
                  <a:srgbClr val="C0392B"/>
                </a:solidFill>
                <a:latin typeface="ShellBook" panose="00000500000000000000" pitchFamily="2" charset="0"/>
              </a:rPr>
              <a:t>15 – 30 min</a:t>
            </a:r>
          </a:p>
        </p:txBody>
      </p:sp>
      <p:sp>
        <p:nvSpPr>
          <p:cNvPr id="49" name="Rectangle 48">
            <a:extLst>
              <a:ext uri="{FF2B5EF4-FFF2-40B4-BE49-F238E27FC236}">
                <a16:creationId xmlns:a16="http://schemas.microsoft.com/office/drawing/2014/main" id="{82BD362F-5E6B-2290-4302-B88473805A1A}"/>
              </a:ext>
            </a:extLst>
          </p:cNvPr>
          <p:cNvSpPr/>
          <p:nvPr/>
        </p:nvSpPr>
        <p:spPr>
          <a:xfrm>
            <a:off x="8595360" y="5166322"/>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50" name="TextBox 49">
            <a:extLst>
              <a:ext uri="{FF2B5EF4-FFF2-40B4-BE49-F238E27FC236}">
                <a16:creationId xmlns:a16="http://schemas.microsoft.com/office/drawing/2014/main" id="{D246E79A-F8B6-C77F-D317-3789CC3A1941}"/>
              </a:ext>
            </a:extLst>
          </p:cNvPr>
          <p:cNvSpPr txBox="1"/>
          <p:nvPr/>
        </p:nvSpPr>
        <p:spPr>
          <a:xfrm>
            <a:off x="8686800" y="5248618"/>
            <a:ext cx="2834639" cy="338554"/>
          </a:xfrm>
          <a:prstGeom prst="rect">
            <a:avLst/>
          </a:prstGeom>
          <a:noFill/>
        </p:spPr>
        <p:txBody>
          <a:bodyPr wrap="square">
            <a:spAutoFit/>
          </a:bodyPr>
          <a:lstStyle/>
          <a:p>
            <a:pPr algn="ctr"/>
            <a:r>
              <a:rPr sz="1600" b="1" i="0">
                <a:solidFill>
                  <a:srgbClr val="1A7A4A"/>
                </a:solidFill>
                <a:latin typeface="ShellBook" panose="00000500000000000000" pitchFamily="2" charset="0"/>
              </a:rPr>
              <a:t>&lt; 30 seconds</a:t>
            </a:r>
          </a:p>
        </p:txBody>
      </p:sp>
      <p:sp>
        <p:nvSpPr>
          <p:cNvPr id="51" name="Rectangle 50">
            <a:extLst>
              <a:ext uri="{FF2B5EF4-FFF2-40B4-BE49-F238E27FC236}">
                <a16:creationId xmlns:a16="http://schemas.microsoft.com/office/drawing/2014/main" id="{AE21DB96-5EAD-8FA3-BB93-A567B8F0F766}"/>
              </a:ext>
            </a:extLst>
          </p:cNvPr>
          <p:cNvSpPr/>
          <p:nvPr/>
        </p:nvSpPr>
        <p:spPr>
          <a:xfrm>
            <a:off x="420624" y="5788114"/>
            <a:ext cx="497433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52" name="TextBox 51">
            <a:extLst>
              <a:ext uri="{FF2B5EF4-FFF2-40B4-BE49-F238E27FC236}">
                <a16:creationId xmlns:a16="http://schemas.microsoft.com/office/drawing/2014/main" id="{CBA877FE-B933-2D9D-E346-B0A2B09485D2}"/>
              </a:ext>
            </a:extLst>
          </p:cNvPr>
          <p:cNvSpPr txBox="1"/>
          <p:nvPr/>
        </p:nvSpPr>
        <p:spPr>
          <a:xfrm>
            <a:off x="512064" y="5870410"/>
            <a:ext cx="4846320" cy="338554"/>
          </a:xfrm>
          <a:prstGeom prst="rect">
            <a:avLst/>
          </a:prstGeom>
          <a:noFill/>
        </p:spPr>
        <p:txBody>
          <a:bodyPr wrap="square">
            <a:spAutoFit/>
          </a:bodyPr>
          <a:lstStyle/>
          <a:p>
            <a:pPr algn="l"/>
            <a:r>
              <a:rPr sz="1600" b="0" i="0">
                <a:solidFill>
                  <a:srgbClr val="333333"/>
                </a:solidFill>
                <a:latin typeface="ShellBook" panose="00000500000000000000" pitchFamily="2" charset="0"/>
              </a:rPr>
              <a:t>Code review for standards compliance</a:t>
            </a:r>
          </a:p>
        </p:txBody>
      </p:sp>
      <p:sp>
        <p:nvSpPr>
          <p:cNvPr id="53" name="Rectangle 52">
            <a:extLst>
              <a:ext uri="{FF2B5EF4-FFF2-40B4-BE49-F238E27FC236}">
                <a16:creationId xmlns:a16="http://schemas.microsoft.com/office/drawing/2014/main" id="{BC29EC5E-D502-6D0D-077D-044CB523F6BC}"/>
              </a:ext>
            </a:extLst>
          </p:cNvPr>
          <p:cNvSpPr/>
          <p:nvPr/>
        </p:nvSpPr>
        <p:spPr>
          <a:xfrm>
            <a:off x="5513832" y="5788114"/>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54" name="TextBox 53">
            <a:extLst>
              <a:ext uri="{FF2B5EF4-FFF2-40B4-BE49-F238E27FC236}">
                <a16:creationId xmlns:a16="http://schemas.microsoft.com/office/drawing/2014/main" id="{AE4F73E1-D8E8-CE4C-4177-D6226A8B10A2}"/>
              </a:ext>
            </a:extLst>
          </p:cNvPr>
          <p:cNvSpPr txBox="1"/>
          <p:nvPr/>
        </p:nvSpPr>
        <p:spPr>
          <a:xfrm>
            <a:off x="5605271" y="5870410"/>
            <a:ext cx="2834639" cy="338554"/>
          </a:xfrm>
          <a:prstGeom prst="rect">
            <a:avLst/>
          </a:prstGeom>
          <a:noFill/>
        </p:spPr>
        <p:txBody>
          <a:bodyPr wrap="square">
            <a:spAutoFit/>
          </a:bodyPr>
          <a:lstStyle/>
          <a:p>
            <a:pPr algn="ctr"/>
            <a:r>
              <a:rPr sz="1600" b="1" i="0">
                <a:solidFill>
                  <a:srgbClr val="C0392B"/>
                </a:solidFill>
                <a:latin typeface="ShellBook" panose="00000500000000000000" pitchFamily="2" charset="0"/>
              </a:rPr>
              <a:t>20 – 45 min</a:t>
            </a:r>
          </a:p>
        </p:txBody>
      </p:sp>
      <p:sp>
        <p:nvSpPr>
          <p:cNvPr id="55" name="Rectangle 54">
            <a:extLst>
              <a:ext uri="{FF2B5EF4-FFF2-40B4-BE49-F238E27FC236}">
                <a16:creationId xmlns:a16="http://schemas.microsoft.com/office/drawing/2014/main" id="{39396132-53A7-D850-EAA8-45297A3A246B}"/>
              </a:ext>
            </a:extLst>
          </p:cNvPr>
          <p:cNvSpPr/>
          <p:nvPr/>
        </p:nvSpPr>
        <p:spPr>
          <a:xfrm>
            <a:off x="8595360" y="5788114"/>
            <a:ext cx="2962656" cy="566928"/>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sz="1800">
              <a:latin typeface="ShellBook" panose="00000500000000000000" pitchFamily="2" charset="0"/>
            </a:endParaRPr>
          </a:p>
        </p:txBody>
      </p:sp>
      <p:sp>
        <p:nvSpPr>
          <p:cNvPr id="56" name="TextBox 55">
            <a:extLst>
              <a:ext uri="{FF2B5EF4-FFF2-40B4-BE49-F238E27FC236}">
                <a16:creationId xmlns:a16="http://schemas.microsoft.com/office/drawing/2014/main" id="{85E96EDA-0EC5-D68E-05A9-57EB38B625BF}"/>
              </a:ext>
            </a:extLst>
          </p:cNvPr>
          <p:cNvSpPr txBox="1"/>
          <p:nvPr/>
        </p:nvSpPr>
        <p:spPr>
          <a:xfrm>
            <a:off x="8686800" y="5870410"/>
            <a:ext cx="2834639" cy="338554"/>
          </a:xfrm>
          <a:prstGeom prst="rect">
            <a:avLst/>
          </a:prstGeom>
          <a:noFill/>
        </p:spPr>
        <p:txBody>
          <a:bodyPr wrap="square">
            <a:spAutoFit/>
          </a:bodyPr>
          <a:lstStyle/>
          <a:p>
            <a:pPr algn="ctr"/>
            <a:r>
              <a:rPr sz="1600" b="1" i="0">
                <a:solidFill>
                  <a:srgbClr val="1A7A4A"/>
                </a:solidFill>
                <a:latin typeface="ShellBook" panose="00000500000000000000" pitchFamily="2" charset="0"/>
              </a:rPr>
              <a:t>&lt; 1 minute</a:t>
            </a:r>
          </a:p>
        </p:txBody>
      </p:sp>
    </p:spTree>
    <p:extLst>
      <p:ext uri="{BB962C8B-B14F-4D97-AF65-F5344CB8AC3E}">
        <p14:creationId xmlns:p14="http://schemas.microsoft.com/office/powerpoint/2010/main" val="153786815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64CEE08-8AC4-F5A5-7532-10E9775F2010}"/>
              </a:ext>
            </a:extLst>
          </p:cNvPr>
          <p:cNvSpPr>
            <a:spLocks noGrp="1"/>
          </p:cNvSpPr>
          <p:nvPr>
            <p:ph type="sldNum" sz="quarter" idx="4"/>
          </p:nvPr>
        </p:nvSpPr>
        <p:spPr/>
        <p:txBody>
          <a:bodyPr/>
          <a:lstStyle/>
          <a:p>
            <a:fld id="{D32BAE6A-B452-4007-8177-56DD051636F9}" type="slidenum">
              <a:rPr lang="en-GB" noProof="1" smtClean="0"/>
              <a:pPr/>
              <a:t>12</a:t>
            </a:fld>
            <a:endParaRPr lang="en-GB" noProof="1"/>
          </a:p>
        </p:txBody>
      </p:sp>
      <p:sp>
        <p:nvSpPr>
          <p:cNvPr id="6" name="Footer Placeholder 5">
            <a:extLst>
              <a:ext uri="{FF2B5EF4-FFF2-40B4-BE49-F238E27FC236}">
                <a16:creationId xmlns:a16="http://schemas.microsoft.com/office/drawing/2014/main" id="{7FBB3A09-9B4B-6EB4-D330-67FF901D0979}"/>
              </a:ext>
            </a:extLst>
          </p:cNvPr>
          <p:cNvSpPr>
            <a:spLocks noGrp="1"/>
          </p:cNvSpPr>
          <p:nvPr>
            <p:ph type="ftr" sz="quarter" idx="3"/>
          </p:nvPr>
        </p:nvSpPr>
        <p:spPr/>
        <p:txBody>
          <a:bodyPr/>
          <a:lstStyle/>
          <a:p>
            <a:pPr>
              <a:defRPr/>
            </a:pPr>
            <a:r>
              <a:rPr lang="en-GB" noProof="1"/>
              <a:t> </a:t>
            </a:r>
          </a:p>
        </p:txBody>
      </p:sp>
      <p:sp>
        <p:nvSpPr>
          <p:cNvPr id="7" name="TextBox 6">
            <a:extLst>
              <a:ext uri="{FF2B5EF4-FFF2-40B4-BE49-F238E27FC236}">
                <a16:creationId xmlns:a16="http://schemas.microsoft.com/office/drawing/2014/main" id="{9B787849-19C1-2202-CC48-BCEC4358C1B3}"/>
              </a:ext>
            </a:extLst>
          </p:cNvPr>
          <p:cNvSpPr txBox="1"/>
          <p:nvPr/>
        </p:nvSpPr>
        <p:spPr>
          <a:xfrm>
            <a:off x="512259" y="456288"/>
            <a:ext cx="10058400" cy="646331"/>
          </a:xfrm>
          <a:prstGeom prst="rect">
            <a:avLst/>
          </a:prstGeom>
          <a:noFill/>
        </p:spPr>
        <p:txBody>
          <a:bodyPr wrap="square">
            <a:spAutoFit/>
          </a:bodyPr>
          <a:lstStyle/>
          <a:p>
            <a:pPr algn="l"/>
            <a:r>
              <a:rPr sz="3600" b="1" i="0">
                <a:latin typeface="+mj-lt"/>
              </a:rPr>
              <a:t>Technical Summary</a:t>
            </a:r>
          </a:p>
        </p:txBody>
      </p:sp>
      <p:sp>
        <p:nvSpPr>
          <p:cNvPr id="8" name="TextBox 7">
            <a:extLst>
              <a:ext uri="{FF2B5EF4-FFF2-40B4-BE49-F238E27FC236}">
                <a16:creationId xmlns:a16="http://schemas.microsoft.com/office/drawing/2014/main" id="{BB9D31A8-6228-584D-C9BD-F37B3A48FE93}"/>
              </a:ext>
            </a:extLst>
          </p:cNvPr>
          <p:cNvSpPr txBox="1"/>
          <p:nvPr/>
        </p:nvSpPr>
        <p:spPr>
          <a:xfrm>
            <a:off x="585411" y="1005186"/>
            <a:ext cx="9144000" cy="369332"/>
          </a:xfrm>
          <a:prstGeom prst="rect">
            <a:avLst/>
          </a:prstGeom>
          <a:noFill/>
        </p:spPr>
        <p:txBody>
          <a:bodyPr wrap="square">
            <a:spAutoFit/>
          </a:bodyPr>
          <a:lstStyle/>
          <a:p>
            <a:pPr algn="l"/>
            <a:r>
              <a:rPr sz="1800" b="0" i="0">
                <a:solidFill>
                  <a:schemeClr val="accent2"/>
                </a:solidFill>
                <a:latin typeface="+mj-lt"/>
              </a:rPr>
              <a:t>How it works — end to end</a:t>
            </a:r>
          </a:p>
        </p:txBody>
      </p:sp>
      <p:sp>
        <p:nvSpPr>
          <p:cNvPr id="85" name="Rectangle 84">
            <a:extLst>
              <a:ext uri="{FF2B5EF4-FFF2-40B4-BE49-F238E27FC236}">
                <a16:creationId xmlns:a16="http://schemas.microsoft.com/office/drawing/2014/main" id="{44EAE2C5-5C5B-596D-F718-3391DC0AA6BF}"/>
              </a:ext>
            </a:extLst>
          </p:cNvPr>
          <p:cNvSpPr/>
          <p:nvPr/>
        </p:nvSpPr>
        <p:spPr>
          <a:xfrm>
            <a:off x="329379" y="1453961"/>
            <a:ext cx="5486400" cy="113803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sz="1300">
              <a:latin typeface="ShellBook" panose="00000500000000000000" pitchFamily="2" charset="0"/>
            </a:endParaRPr>
          </a:p>
        </p:txBody>
      </p:sp>
      <p:sp>
        <p:nvSpPr>
          <p:cNvPr id="86" name="TextBox 85">
            <a:extLst>
              <a:ext uri="{FF2B5EF4-FFF2-40B4-BE49-F238E27FC236}">
                <a16:creationId xmlns:a16="http://schemas.microsoft.com/office/drawing/2014/main" id="{BBB60487-9C50-AB3E-E2E8-A1F7EE9D5F2A}"/>
              </a:ext>
            </a:extLst>
          </p:cNvPr>
          <p:cNvSpPr txBox="1"/>
          <p:nvPr/>
        </p:nvSpPr>
        <p:spPr>
          <a:xfrm>
            <a:off x="512259" y="1517969"/>
            <a:ext cx="5212080" cy="307777"/>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l"/>
            <a:r>
              <a:rPr sz="1400" b="1" i="0">
                <a:solidFill>
                  <a:schemeClr val="bg1"/>
                </a:solidFill>
                <a:latin typeface="+mj-lt"/>
              </a:rPr>
              <a:t>Runtime Environment</a:t>
            </a:r>
          </a:p>
        </p:txBody>
      </p:sp>
      <p:sp>
        <p:nvSpPr>
          <p:cNvPr id="87" name="TextBox 86">
            <a:extLst>
              <a:ext uri="{FF2B5EF4-FFF2-40B4-BE49-F238E27FC236}">
                <a16:creationId xmlns:a16="http://schemas.microsoft.com/office/drawing/2014/main" id="{EECAB7F7-42C3-3032-6F20-25DC16361513}"/>
              </a:ext>
            </a:extLst>
          </p:cNvPr>
          <p:cNvSpPr txBox="1"/>
          <p:nvPr/>
        </p:nvSpPr>
        <p:spPr>
          <a:xfrm>
            <a:off x="512259" y="1883729"/>
            <a:ext cx="5212080" cy="492443"/>
          </a:xfrm>
          <a:prstGeom prst="rect">
            <a:avLst/>
          </a:prstGeom>
          <a:noFill/>
        </p:spPr>
        <p:txBody>
          <a:bodyPr wrap="square">
            <a:spAutoFit/>
          </a:bodyPr>
          <a:lstStyle/>
          <a:p>
            <a:pPr algn="l"/>
            <a:r>
              <a:rPr sz="1300" b="0" i="0">
                <a:solidFill>
                  <a:srgbClr val="333333"/>
                </a:solidFill>
                <a:latin typeface="ShellBook" panose="00000500000000000000" pitchFamily="2" charset="0"/>
              </a:rPr>
              <a:t>Python 3.11 running locally on the developer's laptop.
No cloud deployment. No external network calls.</a:t>
            </a:r>
          </a:p>
        </p:txBody>
      </p:sp>
      <p:sp>
        <p:nvSpPr>
          <p:cNvPr id="88" name="Rectangle 87">
            <a:extLst>
              <a:ext uri="{FF2B5EF4-FFF2-40B4-BE49-F238E27FC236}">
                <a16:creationId xmlns:a16="http://schemas.microsoft.com/office/drawing/2014/main" id="{F5B9F745-F596-33AA-B04A-D2FE004372F7}"/>
              </a:ext>
            </a:extLst>
          </p:cNvPr>
          <p:cNvSpPr/>
          <p:nvPr/>
        </p:nvSpPr>
        <p:spPr>
          <a:xfrm>
            <a:off x="329379" y="2634209"/>
            <a:ext cx="5486400" cy="113803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sz="1300">
              <a:latin typeface="ShellBook" panose="00000500000000000000" pitchFamily="2" charset="0"/>
            </a:endParaRPr>
          </a:p>
        </p:txBody>
      </p:sp>
      <p:sp>
        <p:nvSpPr>
          <p:cNvPr id="89" name="TextBox 88">
            <a:extLst>
              <a:ext uri="{FF2B5EF4-FFF2-40B4-BE49-F238E27FC236}">
                <a16:creationId xmlns:a16="http://schemas.microsoft.com/office/drawing/2014/main" id="{D3F074F2-E5D9-B714-4E93-27B02FA7E77A}"/>
              </a:ext>
            </a:extLst>
          </p:cNvPr>
          <p:cNvSpPr txBox="1"/>
          <p:nvPr/>
        </p:nvSpPr>
        <p:spPr>
          <a:xfrm>
            <a:off x="512259" y="2698216"/>
            <a:ext cx="5212080" cy="307777"/>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l"/>
            <a:r>
              <a:rPr sz="1400" b="1" i="0">
                <a:solidFill>
                  <a:schemeClr val="bg1"/>
                </a:solidFill>
                <a:latin typeface="+mj-lt"/>
              </a:rPr>
              <a:t>Authentication</a:t>
            </a:r>
          </a:p>
        </p:txBody>
      </p:sp>
      <p:sp>
        <p:nvSpPr>
          <p:cNvPr id="90" name="TextBox 89">
            <a:extLst>
              <a:ext uri="{FF2B5EF4-FFF2-40B4-BE49-F238E27FC236}">
                <a16:creationId xmlns:a16="http://schemas.microsoft.com/office/drawing/2014/main" id="{3C9ED80F-EB29-B3A1-D02A-F7BD6242F21B}"/>
              </a:ext>
            </a:extLst>
          </p:cNvPr>
          <p:cNvSpPr txBox="1"/>
          <p:nvPr/>
        </p:nvSpPr>
        <p:spPr>
          <a:xfrm>
            <a:off x="512259" y="3063976"/>
            <a:ext cx="5212080" cy="492443"/>
          </a:xfrm>
          <a:prstGeom prst="rect">
            <a:avLst/>
          </a:prstGeom>
          <a:noFill/>
        </p:spPr>
        <p:txBody>
          <a:bodyPr wrap="square">
            <a:spAutoFit/>
          </a:bodyPr>
          <a:lstStyle/>
          <a:p>
            <a:pPr algn="l"/>
            <a:r>
              <a:rPr sz="1300" b="0" i="0">
                <a:solidFill>
                  <a:srgbClr val="333333"/>
                </a:solidFill>
                <a:latin typeface="ShellBook" panose="00000500000000000000" pitchFamily="2" charset="0"/>
              </a:rPr>
              <a:t>Windows SSPI (Kerberos/NTLM) — same as Eclipse.
No passwords. No API keys. No shared secrets.</a:t>
            </a:r>
          </a:p>
        </p:txBody>
      </p:sp>
      <p:sp>
        <p:nvSpPr>
          <p:cNvPr id="91" name="Rectangle 90">
            <a:extLst>
              <a:ext uri="{FF2B5EF4-FFF2-40B4-BE49-F238E27FC236}">
                <a16:creationId xmlns:a16="http://schemas.microsoft.com/office/drawing/2014/main" id="{7C83C736-E383-D7E6-6EC0-67C2E8A0D3EF}"/>
              </a:ext>
            </a:extLst>
          </p:cNvPr>
          <p:cNvSpPr/>
          <p:nvPr/>
        </p:nvSpPr>
        <p:spPr>
          <a:xfrm>
            <a:off x="329379" y="3830230"/>
            <a:ext cx="5486400" cy="113803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sz="1300">
              <a:latin typeface="ShellBook" panose="00000500000000000000" pitchFamily="2" charset="0"/>
            </a:endParaRPr>
          </a:p>
        </p:txBody>
      </p:sp>
      <p:sp>
        <p:nvSpPr>
          <p:cNvPr id="92" name="TextBox 91">
            <a:extLst>
              <a:ext uri="{FF2B5EF4-FFF2-40B4-BE49-F238E27FC236}">
                <a16:creationId xmlns:a16="http://schemas.microsoft.com/office/drawing/2014/main" id="{F73E0D4E-F780-B406-6160-CBFFB0A6B056}"/>
              </a:ext>
            </a:extLst>
          </p:cNvPr>
          <p:cNvSpPr txBox="1"/>
          <p:nvPr/>
        </p:nvSpPr>
        <p:spPr>
          <a:xfrm>
            <a:off x="512259" y="3894238"/>
            <a:ext cx="5212080" cy="307777"/>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l"/>
            <a:r>
              <a:rPr sz="1400" b="1" i="0">
                <a:solidFill>
                  <a:schemeClr val="bg1"/>
                </a:solidFill>
                <a:latin typeface="+mj-lt"/>
              </a:rPr>
              <a:t>SAP Connectivity</a:t>
            </a:r>
          </a:p>
        </p:txBody>
      </p:sp>
      <p:sp>
        <p:nvSpPr>
          <p:cNvPr id="93" name="TextBox 92">
            <a:extLst>
              <a:ext uri="{FF2B5EF4-FFF2-40B4-BE49-F238E27FC236}">
                <a16:creationId xmlns:a16="http://schemas.microsoft.com/office/drawing/2014/main" id="{95673308-3061-B4E1-C906-869EF7F65604}"/>
              </a:ext>
            </a:extLst>
          </p:cNvPr>
          <p:cNvSpPr txBox="1"/>
          <p:nvPr/>
        </p:nvSpPr>
        <p:spPr>
          <a:xfrm>
            <a:off x="512259" y="4259998"/>
            <a:ext cx="5212080" cy="692497"/>
          </a:xfrm>
          <a:prstGeom prst="rect">
            <a:avLst/>
          </a:prstGeom>
          <a:noFill/>
        </p:spPr>
        <p:txBody>
          <a:bodyPr wrap="square">
            <a:spAutoFit/>
          </a:bodyPr>
          <a:lstStyle/>
          <a:p>
            <a:pPr algn="l"/>
            <a:r>
              <a:rPr sz="1300" b="0" i="0">
                <a:solidFill>
                  <a:srgbClr val="333333"/>
                </a:solidFill>
                <a:latin typeface="ShellBook" panose="00000500000000000000" pitchFamily="2" charset="0"/>
              </a:rPr>
              <a:t>SAP ADT REST API over HTTPS.
All calls are HTTP GET (read-only).
Response data is never written to disk.</a:t>
            </a:r>
          </a:p>
        </p:txBody>
      </p:sp>
      <p:sp>
        <p:nvSpPr>
          <p:cNvPr id="94" name="Rectangle 93">
            <a:extLst>
              <a:ext uri="{FF2B5EF4-FFF2-40B4-BE49-F238E27FC236}">
                <a16:creationId xmlns:a16="http://schemas.microsoft.com/office/drawing/2014/main" id="{F05328A2-45E9-7AB3-F69E-141E1CE8DD8A}"/>
              </a:ext>
            </a:extLst>
          </p:cNvPr>
          <p:cNvSpPr/>
          <p:nvPr/>
        </p:nvSpPr>
        <p:spPr>
          <a:xfrm>
            <a:off x="329379" y="4968268"/>
            <a:ext cx="5486400" cy="113803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sz="1300">
              <a:latin typeface="ShellBook" panose="00000500000000000000" pitchFamily="2" charset="0"/>
            </a:endParaRPr>
          </a:p>
        </p:txBody>
      </p:sp>
      <p:sp>
        <p:nvSpPr>
          <p:cNvPr id="95" name="TextBox 94">
            <a:extLst>
              <a:ext uri="{FF2B5EF4-FFF2-40B4-BE49-F238E27FC236}">
                <a16:creationId xmlns:a16="http://schemas.microsoft.com/office/drawing/2014/main" id="{B7F9FCAE-7035-6550-E30A-D1A98745BCE0}"/>
              </a:ext>
            </a:extLst>
          </p:cNvPr>
          <p:cNvSpPr txBox="1"/>
          <p:nvPr/>
        </p:nvSpPr>
        <p:spPr>
          <a:xfrm>
            <a:off x="512259" y="5032276"/>
            <a:ext cx="5212080" cy="307777"/>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l"/>
            <a:r>
              <a:rPr sz="1400" b="1" i="0">
                <a:solidFill>
                  <a:schemeClr val="bg1"/>
                </a:solidFill>
                <a:latin typeface="+mj-lt"/>
              </a:rPr>
              <a:t>LLM Integration</a:t>
            </a:r>
          </a:p>
        </p:txBody>
      </p:sp>
      <p:sp>
        <p:nvSpPr>
          <p:cNvPr id="96" name="TextBox 95">
            <a:extLst>
              <a:ext uri="{FF2B5EF4-FFF2-40B4-BE49-F238E27FC236}">
                <a16:creationId xmlns:a16="http://schemas.microsoft.com/office/drawing/2014/main" id="{3CAEEB37-E36E-7257-6D75-C6210336EDA7}"/>
              </a:ext>
            </a:extLst>
          </p:cNvPr>
          <p:cNvSpPr txBox="1"/>
          <p:nvPr/>
        </p:nvSpPr>
        <p:spPr>
          <a:xfrm>
            <a:off x="512259" y="5398036"/>
            <a:ext cx="5212080" cy="692497"/>
          </a:xfrm>
          <a:prstGeom prst="rect">
            <a:avLst/>
          </a:prstGeom>
          <a:noFill/>
        </p:spPr>
        <p:txBody>
          <a:bodyPr wrap="square">
            <a:spAutoFit/>
          </a:bodyPr>
          <a:lstStyle/>
          <a:p>
            <a:pPr algn="l"/>
            <a:r>
              <a:rPr sz="1300" b="0" i="0">
                <a:solidFill>
                  <a:srgbClr val="333333"/>
                </a:solidFill>
                <a:latin typeface="ShellBook" panose="00000500000000000000" pitchFamily="2" charset="0"/>
              </a:rPr>
              <a:t>GitHub Copilot (Claude Sonnet) in Eclipse IDE.
Copilot calls the MCP server via the Model Context Protocol.
All context stays within the IDE session.</a:t>
            </a:r>
          </a:p>
        </p:txBody>
      </p:sp>
      <p:sp>
        <p:nvSpPr>
          <p:cNvPr id="97" name="Rectangle 96">
            <a:extLst>
              <a:ext uri="{FF2B5EF4-FFF2-40B4-BE49-F238E27FC236}">
                <a16:creationId xmlns:a16="http://schemas.microsoft.com/office/drawing/2014/main" id="{7C57EA2D-030B-3929-971C-07D5ADEB0DAB}"/>
              </a:ext>
            </a:extLst>
          </p:cNvPr>
          <p:cNvSpPr/>
          <p:nvPr/>
        </p:nvSpPr>
        <p:spPr>
          <a:xfrm>
            <a:off x="6364419" y="1453961"/>
            <a:ext cx="5577840" cy="113803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sz="1300">
              <a:latin typeface="ShellBook" panose="00000500000000000000" pitchFamily="2" charset="0"/>
            </a:endParaRPr>
          </a:p>
        </p:txBody>
      </p:sp>
      <p:sp>
        <p:nvSpPr>
          <p:cNvPr id="98" name="TextBox 97">
            <a:extLst>
              <a:ext uri="{FF2B5EF4-FFF2-40B4-BE49-F238E27FC236}">
                <a16:creationId xmlns:a16="http://schemas.microsoft.com/office/drawing/2014/main" id="{701465A0-3FB1-653E-6DF2-AB393FE3A91D}"/>
              </a:ext>
            </a:extLst>
          </p:cNvPr>
          <p:cNvSpPr txBox="1"/>
          <p:nvPr/>
        </p:nvSpPr>
        <p:spPr>
          <a:xfrm>
            <a:off x="6547299" y="1517969"/>
            <a:ext cx="5303520" cy="307777"/>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l"/>
            <a:r>
              <a:rPr sz="1400" b="1" i="0">
                <a:solidFill>
                  <a:schemeClr val="bg1"/>
                </a:solidFill>
                <a:latin typeface="+mj-lt"/>
              </a:rPr>
              <a:t>Retrieval for SAP Catalog</a:t>
            </a:r>
          </a:p>
        </p:txBody>
      </p:sp>
      <p:sp>
        <p:nvSpPr>
          <p:cNvPr id="99" name="TextBox 98">
            <a:extLst>
              <a:ext uri="{FF2B5EF4-FFF2-40B4-BE49-F238E27FC236}">
                <a16:creationId xmlns:a16="http://schemas.microsoft.com/office/drawing/2014/main" id="{51B5767C-2B1E-FC03-9973-0A190495F341}"/>
              </a:ext>
            </a:extLst>
          </p:cNvPr>
          <p:cNvSpPr txBox="1"/>
          <p:nvPr/>
        </p:nvSpPr>
        <p:spPr>
          <a:xfrm>
            <a:off x="6547299" y="1883729"/>
            <a:ext cx="5303520" cy="692497"/>
          </a:xfrm>
          <a:prstGeom prst="rect">
            <a:avLst/>
          </a:prstGeom>
          <a:noFill/>
        </p:spPr>
        <p:txBody>
          <a:bodyPr wrap="square">
            <a:spAutoFit/>
          </a:bodyPr>
          <a:lstStyle/>
          <a:p>
            <a:pPr algn="l"/>
            <a:r>
              <a:rPr sz="1300" b="0" i="0">
                <a:solidFill>
                  <a:srgbClr val="333333"/>
                </a:solidFill>
                <a:latin typeface="ShellBook" panose="00000500000000000000" pitchFamily="2" charset="0"/>
              </a:rPr>
              <a:t>TF-IDF keyword index (llama-index-core, MIT).
No vector embeddings. No external API.
Built in-memory on each request from live SAP data.</a:t>
            </a:r>
          </a:p>
        </p:txBody>
      </p:sp>
      <p:sp>
        <p:nvSpPr>
          <p:cNvPr id="100" name="Rectangle 99">
            <a:extLst>
              <a:ext uri="{FF2B5EF4-FFF2-40B4-BE49-F238E27FC236}">
                <a16:creationId xmlns:a16="http://schemas.microsoft.com/office/drawing/2014/main" id="{6850DAAB-3B92-8B1E-E12D-C23FCDA47686}"/>
              </a:ext>
            </a:extLst>
          </p:cNvPr>
          <p:cNvSpPr/>
          <p:nvPr/>
        </p:nvSpPr>
        <p:spPr>
          <a:xfrm>
            <a:off x="6364419" y="2634209"/>
            <a:ext cx="5577840" cy="113803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sz="1300">
              <a:latin typeface="ShellBook" panose="00000500000000000000" pitchFamily="2" charset="0"/>
            </a:endParaRPr>
          </a:p>
        </p:txBody>
      </p:sp>
      <p:sp>
        <p:nvSpPr>
          <p:cNvPr id="101" name="TextBox 100">
            <a:extLst>
              <a:ext uri="{FF2B5EF4-FFF2-40B4-BE49-F238E27FC236}">
                <a16:creationId xmlns:a16="http://schemas.microsoft.com/office/drawing/2014/main" id="{5541BF9A-8AED-A492-42A4-4F23C38AB6FF}"/>
              </a:ext>
            </a:extLst>
          </p:cNvPr>
          <p:cNvSpPr txBox="1"/>
          <p:nvPr/>
        </p:nvSpPr>
        <p:spPr>
          <a:xfrm>
            <a:off x="6547299" y="2698216"/>
            <a:ext cx="5303520" cy="307777"/>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l"/>
            <a:r>
              <a:rPr sz="1400" b="1" i="0">
                <a:solidFill>
                  <a:schemeClr val="bg1"/>
                </a:solidFill>
                <a:latin typeface="+mj-lt"/>
              </a:rPr>
              <a:t>Certificate Trust</a:t>
            </a:r>
          </a:p>
        </p:txBody>
      </p:sp>
      <p:sp>
        <p:nvSpPr>
          <p:cNvPr id="102" name="TextBox 101">
            <a:extLst>
              <a:ext uri="{FF2B5EF4-FFF2-40B4-BE49-F238E27FC236}">
                <a16:creationId xmlns:a16="http://schemas.microsoft.com/office/drawing/2014/main" id="{0F2CF630-38CE-F323-2ECC-359B0B8D21F2}"/>
              </a:ext>
            </a:extLst>
          </p:cNvPr>
          <p:cNvSpPr txBox="1"/>
          <p:nvPr/>
        </p:nvSpPr>
        <p:spPr>
          <a:xfrm>
            <a:off x="6547299" y="3063976"/>
            <a:ext cx="5303520" cy="692497"/>
          </a:xfrm>
          <a:prstGeom prst="rect">
            <a:avLst/>
          </a:prstGeom>
          <a:noFill/>
        </p:spPr>
        <p:txBody>
          <a:bodyPr wrap="square">
            <a:spAutoFit/>
          </a:bodyPr>
          <a:lstStyle/>
          <a:p>
            <a:pPr algn="l"/>
            <a:r>
              <a:rPr sz="1300" b="0" i="0">
                <a:solidFill>
                  <a:srgbClr val="333333"/>
                </a:solidFill>
                <a:latin typeface="ShellBook" panose="00000500000000000000" pitchFamily="2" charset="0"/>
              </a:rPr>
              <a:t>truststore (MIT) injects the Windows Certificate
Store into Python SSL — Shell corporate CAs are
automatically trusted, no manual cert installation.</a:t>
            </a:r>
          </a:p>
        </p:txBody>
      </p:sp>
      <p:sp>
        <p:nvSpPr>
          <p:cNvPr id="103" name="Rectangle 102">
            <a:extLst>
              <a:ext uri="{FF2B5EF4-FFF2-40B4-BE49-F238E27FC236}">
                <a16:creationId xmlns:a16="http://schemas.microsoft.com/office/drawing/2014/main" id="{7F01170C-1FBC-A4CF-DC05-CFD59ADFD70B}"/>
              </a:ext>
            </a:extLst>
          </p:cNvPr>
          <p:cNvSpPr/>
          <p:nvPr/>
        </p:nvSpPr>
        <p:spPr>
          <a:xfrm>
            <a:off x="6364419" y="3830230"/>
            <a:ext cx="5577840" cy="113803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sz="1300">
              <a:latin typeface="ShellBook" panose="00000500000000000000" pitchFamily="2" charset="0"/>
            </a:endParaRPr>
          </a:p>
        </p:txBody>
      </p:sp>
      <p:sp>
        <p:nvSpPr>
          <p:cNvPr id="104" name="TextBox 103">
            <a:extLst>
              <a:ext uri="{FF2B5EF4-FFF2-40B4-BE49-F238E27FC236}">
                <a16:creationId xmlns:a16="http://schemas.microsoft.com/office/drawing/2014/main" id="{5248525D-5D4A-A107-DB9F-F90EEFF35A7C}"/>
              </a:ext>
            </a:extLst>
          </p:cNvPr>
          <p:cNvSpPr txBox="1"/>
          <p:nvPr/>
        </p:nvSpPr>
        <p:spPr>
          <a:xfrm>
            <a:off x="6547299" y="3894238"/>
            <a:ext cx="5303520" cy="307777"/>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l"/>
            <a:r>
              <a:rPr sz="1400" b="1" i="0">
                <a:solidFill>
                  <a:schemeClr val="bg1"/>
                </a:solidFill>
                <a:latin typeface="+mj-lt"/>
              </a:rPr>
              <a:t>Supported Systems</a:t>
            </a:r>
          </a:p>
        </p:txBody>
      </p:sp>
      <p:sp>
        <p:nvSpPr>
          <p:cNvPr id="105" name="TextBox 104">
            <a:extLst>
              <a:ext uri="{FF2B5EF4-FFF2-40B4-BE49-F238E27FC236}">
                <a16:creationId xmlns:a16="http://schemas.microsoft.com/office/drawing/2014/main" id="{9A87F495-B4E3-31C3-FF58-5E685BE9075D}"/>
              </a:ext>
            </a:extLst>
          </p:cNvPr>
          <p:cNvSpPr txBox="1"/>
          <p:nvPr/>
        </p:nvSpPr>
        <p:spPr>
          <a:xfrm>
            <a:off x="6547299" y="4259998"/>
            <a:ext cx="5303520" cy="692497"/>
          </a:xfrm>
          <a:prstGeom prst="rect">
            <a:avLst/>
          </a:prstGeom>
          <a:noFill/>
        </p:spPr>
        <p:txBody>
          <a:bodyPr wrap="square">
            <a:spAutoFit/>
          </a:bodyPr>
          <a:lstStyle/>
          <a:p>
            <a:pPr algn="l"/>
            <a:r>
              <a:rPr sz="1300" b="0" i="0">
                <a:solidFill>
                  <a:srgbClr val="333333"/>
                </a:solidFill>
                <a:latin typeface="ShellBook" panose="00000500000000000000" pitchFamily="2" charset="0"/>
              </a:rPr>
              <a:t>D59 (Development), K59 (Quality),
S59 (Sandbox), A59 (Pre-Production).
System ID validated before every cross-system call.</a:t>
            </a:r>
          </a:p>
        </p:txBody>
      </p:sp>
      <p:sp>
        <p:nvSpPr>
          <p:cNvPr id="106" name="Rectangle 105">
            <a:extLst>
              <a:ext uri="{FF2B5EF4-FFF2-40B4-BE49-F238E27FC236}">
                <a16:creationId xmlns:a16="http://schemas.microsoft.com/office/drawing/2014/main" id="{40B84680-215F-3E67-C1FC-139455B891FB}"/>
              </a:ext>
            </a:extLst>
          </p:cNvPr>
          <p:cNvSpPr/>
          <p:nvPr/>
        </p:nvSpPr>
        <p:spPr>
          <a:xfrm>
            <a:off x="6364419" y="4968268"/>
            <a:ext cx="5577840" cy="113803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sz="1300">
              <a:latin typeface="ShellBook" panose="00000500000000000000" pitchFamily="2" charset="0"/>
            </a:endParaRPr>
          </a:p>
        </p:txBody>
      </p:sp>
      <p:sp>
        <p:nvSpPr>
          <p:cNvPr id="107" name="TextBox 106">
            <a:extLst>
              <a:ext uri="{FF2B5EF4-FFF2-40B4-BE49-F238E27FC236}">
                <a16:creationId xmlns:a16="http://schemas.microsoft.com/office/drawing/2014/main" id="{65C9B2C5-4775-0050-6E74-D15FE585D490}"/>
              </a:ext>
            </a:extLst>
          </p:cNvPr>
          <p:cNvSpPr txBox="1"/>
          <p:nvPr/>
        </p:nvSpPr>
        <p:spPr>
          <a:xfrm>
            <a:off x="6547299" y="5032276"/>
            <a:ext cx="5303520" cy="307777"/>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l"/>
            <a:r>
              <a:rPr sz="1400" b="1" i="0">
                <a:solidFill>
                  <a:schemeClr val="bg1"/>
                </a:solidFill>
                <a:latin typeface="+mj-lt"/>
              </a:rPr>
              <a:t>Deployment</a:t>
            </a:r>
          </a:p>
        </p:txBody>
      </p:sp>
      <p:sp>
        <p:nvSpPr>
          <p:cNvPr id="108" name="TextBox 107">
            <a:extLst>
              <a:ext uri="{FF2B5EF4-FFF2-40B4-BE49-F238E27FC236}">
                <a16:creationId xmlns:a16="http://schemas.microsoft.com/office/drawing/2014/main" id="{427CAC23-E190-4F50-6E5F-07A78F4F7B0A}"/>
              </a:ext>
            </a:extLst>
          </p:cNvPr>
          <p:cNvSpPr txBox="1"/>
          <p:nvPr/>
        </p:nvSpPr>
        <p:spPr>
          <a:xfrm>
            <a:off x="6547299" y="5398036"/>
            <a:ext cx="5303520" cy="692497"/>
          </a:xfrm>
          <a:prstGeom prst="rect">
            <a:avLst/>
          </a:prstGeom>
          <a:noFill/>
        </p:spPr>
        <p:txBody>
          <a:bodyPr wrap="square">
            <a:spAutoFit/>
          </a:bodyPr>
          <a:lstStyle/>
          <a:p>
            <a:pPr algn="l"/>
            <a:r>
              <a:rPr sz="1300" b="0" i="0">
                <a:solidFill>
                  <a:srgbClr val="333333"/>
                </a:solidFill>
                <a:latin typeface="ShellBook" panose="00000500000000000000" pitchFamily="2" charset="0"/>
              </a:rPr>
              <a:t>Single Python file (server.py) + .env config.
Start command: python server.py
No Docker, no Kubernetes, no infrastructure.</a:t>
            </a:r>
          </a:p>
        </p:txBody>
      </p:sp>
    </p:spTree>
    <p:extLst>
      <p:ext uri="{BB962C8B-B14F-4D97-AF65-F5344CB8AC3E}">
        <p14:creationId xmlns:p14="http://schemas.microsoft.com/office/powerpoint/2010/main" val="243388844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5E97D-96D9-B2E3-381B-8FEBB9F8CD00}"/>
              </a:ext>
            </a:extLst>
          </p:cNvPr>
          <p:cNvSpPr>
            <a:spLocks noGrp="1"/>
          </p:cNvSpPr>
          <p:nvPr>
            <p:ph type="title"/>
          </p:nvPr>
        </p:nvSpPr>
        <p:spPr>
          <a:xfrm>
            <a:off x="508000" y="712801"/>
            <a:ext cx="11171238" cy="603936"/>
          </a:xfrm>
        </p:spPr>
        <p:txBody>
          <a:bodyPr/>
          <a:lstStyle/>
          <a:p>
            <a:r>
              <a:rPr lang="en-US" sz="3600"/>
              <a:t>Next Steps</a:t>
            </a:r>
          </a:p>
        </p:txBody>
      </p:sp>
      <p:sp>
        <p:nvSpPr>
          <p:cNvPr id="4" name="Date Placeholder 3">
            <a:extLst>
              <a:ext uri="{FF2B5EF4-FFF2-40B4-BE49-F238E27FC236}">
                <a16:creationId xmlns:a16="http://schemas.microsoft.com/office/drawing/2014/main" id="{5939EFDE-48A4-185A-C75D-8151B76F55F2}"/>
              </a:ext>
            </a:extLst>
          </p:cNvPr>
          <p:cNvSpPr>
            <a:spLocks noGrp="1"/>
          </p:cNvSpPr>
          <p:nvPr>
            <p:ph type="dt" sz="half" idx="2"/>
          </p:nvPr>
        </p:nvSpPr>
        <p:spPr/>
        <p:txBody>
          <a:bodyPr/>
          <a:lstStyle/>
          <a:p>
            <a:pPr>
              <a:defRPr/>
            </a:pPr>
            <a:r>
              <a:rPr lang="en-US" noProof="1"/>
              <a:t>March 2026</a:t>
            </a:r>
          </a:p>
          <a:p>
            <a:pPr>
              <a:defRPr/>
            </a:pPr>
            <a:endParaRPr lang="en-GB" noProof="1"/>
          </a:p>
        </p:txBody>
      </p:sp>
      <p:sp>
        <p:nvSpPr>
          <p:cNvPr id="5" name="Slide Number Placeholder 4">
            <a:extLst>
              <a:ext uri="{FF2B5EF4-FFF2-40B4-BE49-F238E27FC236}">
                <a16:creationId xmlns:a16="http://schemas.microsoft.com/office/drawing/2014/main" id="{EE04DCA0-D598-5D99-7905-2917B751E20E}"/>
              </a:ext>
            </a:extLst>
          </p:cNvPr>
          <p:cNvSpPr>
            <a:spLocks noGrp="1"/>
          </p:cNvSpPr>
          <p:nvPr>
            <p:ph type="sldNum" sz="quarter" idx="4"/>
          </p:nvPr>
        </p:nvSpPr>
        <p:spPr/>
        <p:txBody>
          <a:bodyPr/>
          <a:lstStyle/>
          <a:p>
            <a:fld id="{D32BAE6A-B452-4007-8177-56DD051636F9}" type="slidenum">
              <a:rPr lang="en-GB" noProof="1" smtClean="0"/>
              <a:pPr/>
              <a:t>13</a:t>
            </a:fld>
            <a:endParaRPr lang="en-GB" noProof="1"/>
          </a:p>
        </p:txBody>
      </p:sp>
      <p:sp>
        <p:nvSpPr>
          <p:cNvPr id="6" name="Footer Placeholder 5">
            <a:extLst>
              <a:ext uri="{FF2B5EF4-FFF2-40B4-BE49-F238E27FC236}">
                <a16:creationId xmlns:a16="http://schemas.microsoft.com/office/drawing/2014/main" id="{FF1119CF-4726-29B2-7DA3-8E6FC86138FE}"/>
              </a:ext>
            </a:extLst>
          </p:cNvPr>
          <p:cNvSpPr>
            <a:spLocks noGrp="1"/>
          </p:cNvSpPr>
          <p:nvPr>
            <p:ph type="ftr" sz="quarter" idx="3"/>
          </p:nvPr>
        </p:nvSpPr>
        <p:spPr/>
        <p:txBody>
          <a:bodyPr/>
          <a:lstStyle/>
          <a:p>
            <a:pPr>
              <a:defRPr/>
            </a:pPr>
            <a:r>
              <a:rPr lang="en-GB" noProof="1"/>
              <a:t> </a:t>
            </a:r>
          </a:p>
        </p:txBody>
      </p:sp>
      <p:sp>
        <p:nvSpPr>
          <p:cNvPr id="7" name="Rectangle 6">
            <a:extLst>
              <a:ext uri="{FF2B5EF4-FFF2-40B4-BE49-F238E27FC236}">
                <a16:creationId xmlns:a16="http://schemas.microsoft.com/office/drawing/2014/main" id="{E15BEFEB-8F72-8033-0DD4-6525A6B6EDF5}"/>
              </a:ext>
            </a:extLst>
          </p:cNvPr>
          <p:cNvSpPr/>
          <p:nvPr/>
        </p:nvSpPr>
        <p:spPr>
          <a:xfrm>
            <a:off x="508000" y="1563624"/>
            <a:ext cx="5486400" cy="201168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5E2C1D2E-61EC-1A61-5FE6-EE69AD7E18CC}"/>
              </a:ext>
            </a:extLst>
          </p:cNvPr>
          <p:cNvSpPr/>
          <p:nvPr/>
        </p:nvSpPr>
        <p:spPr>
          <a:xfrm>
            <a:off x="508000" y="1563624"/>
            <a:ext cx="502920" cy="2011680"/>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78229A6-FDFB-060F-C97A-FBD9A10BFC8D}"/>
              </a:ext>
            </a:extLst>
          </p:cNvPr>
          <p:cNvSpPr txBox="1"/>
          <p:nvPr/>
        </p:nvSpPr>
        <p:spPr>
          <a:xfrm>
            <a:off x="1166368" y="1655064"/>
            <a:ext cx="4663440" cy="33855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600" b="1" i="0">
                <a:latin typeface="+mj-lt"/>
              </a:rPr>
              <a:t>Security &amp; Compliance Sign-off</a:t>
            </a:r>
          </a:p>
        </p:txBody>
      </p:sp>
      <p:sp>
        <p:nvSpPr>
          <p:cNvPr id="10" name="TextBox 9">
            <a:extLst>
              <a:ext uri="{FF2B5EF4-FFF2-40B4-BE49-F238E27FC236}">
                <a16:creationId xmlns:a16="http://schemas.microsoft.com/office/drawing/2014/main" id="{3EDB26DF-C0F4-7439-753C-195AC5852EF3}"/>
              </a:ext>
            </a:extLst>
          </p:cNvPr>
          <p:cNvSpPr txBox="1"/>
          <p:nvPr/>
        </p:nvSpPr>
        <p:spPr>
          <a:xfrm>
            <a:off x="1166368" y="2157984"/>
            <a:ext cx="4663440" cy="1077218"/>
          </a:xfrm>
          <a:prstGeom prst="rect">
            <a:avLst/>
          </a:prstGeom>
          <a:noFill/>
        </p:spPr>
        <p:txBody>
          <a:bodyPr wrap="square">
            <a:spAutoFit/>
          </a:bodyPr>
          <a:lstStyle/>
          <a:p>
            <a:pPr algn="l"/>
            <a:r>
              <a:rPr sz="1600" i="0">
                <a:ln w="0"/>
                <a:effectLst>
                  <a:outerShdw blurRad="38100" dist="19050" dir="2700000" algn="tl" rotWithShape="0">
                    <a:schemeClr val="dk1">
                      <a:alpha val="40000"/>
                    </a:schemeClr>
                  </a:outerShdw>
                </a:effectLst>
                <a:latin typeface="ShellBook" panose="00000500000000000000" pitchFamily="2" charset="0"/>
              </a:rPr>
              <a:t>Share this deck with the security team for formal review.
All libraries, endpoints, and data flows are documented here.</a:t>
            </a:r>
          </a:p>
        </p:txBody>
      </p:sp>
      <p:sp>
        <p:nvSpPr>
          <p:cNvPr id="11" name="Rectangle 10">
            <a:extLst>
              <a:ext uri="{FF2B5EF4-FFF2-40B4-BE49-F238E27FC236}">
                <a16:creationId xmlns:a16="http://schemas.microsoft.com/office/drawing/2014/main" id="{EE353E2E-8F39-2593-ABF7-150110A830B1}"/>
              </a:ext>
            </a:extLst>
          </p:cNvPr>
          <p:cNvSpPr/>
          <p:nvPr/>
        </p:nvSpPr>
        <p:spPr>
          <a:xfrm>
            <a:off x="6360160" y="1563624"/>
            <a:ext cx="5486400" cy="201168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D577727B-C757-F9F8-13FA-8079245E8A48}"/>
              </a:ext>
            </a:extLst>
          </p:cNvPr>
          <p:cNvSpPr/>
          <p:nvPr/>
        </p:nvSpPr>
        <p:spPr>
          <a:xfrm>
            <a:off x="6360160" y="1563624"/>
            <a:ext cx="502920" cy="2011680"/>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DC9DFB14-D3F4-9DC5-3CD3-EDDDB2F13D91}"/>
              </a:ext>
            </a:extLst>
          </p:cNvPr>
          <p:cNvSpPr txBox="1"/>
          <p:nvPr/>
        </p:nvSpPr>
        <p:spPr>
          <a:xfrm>
            <a:off x="7018528" y="1655064"/>
            <a:ext cx="4663440" cy="33855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600" b="1" i="0">
                <a:latin typeface="+mj-lt"/>
              </a:rPr>
              <a:t>Pilot with a Small Developer Group</a:t>
            </a:r>
          </a:p>
        </p:txBody>
      </p:sp>
      <p:sp>
        <p:nvSpPr>
          <p:cNvPr id="14" name="TextBox 13">
            <a:extLst>
              <a:ext uri="{FF2B5EF4-FFF2-40B4-BE49-F238E27FC236}">
                <a16:creationId xmlns:a16="http://schemas.microsoft.com/office/drawing/2014/main" id="{B3CFB0FC-8800-68EB-D2CB-F8B7ABDD224E}"/>
              </a:ext>
            </a:extLst>
          </p:cNvPr>
          <p:cNvSpPr txBox="1"/>
          <p:nvPr/>
        </p:nvSpPr>
        <p:spPr>
          <a:xfrm>
            <a:off x="7018528" y="2157984"/>
            <a:ext cx="4663440" cy="1077218"/>
          </a:xfrm>
          <a:prstGeom prst="rect">
            <a:avLst/>
          </a:prstGeom>
          <a:noFill/>
        </p:spPr>
        <p:txBody>
          <a:bodyPr wrap="square">
            <a:spAutoFit/>
          </a:bodyPr>
          <a:lstStyle/>
          <a:p>
            <a:pPr algn="l"/>
            <a:r>
              <a:rPr sz="1600" i="0">
                <a:ln w="0"/>
                <a:effectLst>
                  <a:outerShdw blurRad="38100" dist="19050" dir="2700000" algn="tl" rotWithShape="0">
                    <a:schemeClr val="dk1">
                      <a:alpha val="40000"/>
                    </a:schemeClr>
                  </a:outerShdw>
                </a:effectLst>
                <a:latin typeface="ShellBook" panose="00000500000000000000" pitchFamily="2" charset="0"/>
              </a:rPr>
              <a:t>Run a 2-week pilot with 2–3 developers in the MGSL/MSC team.
Collect feedback on accuracy, speed, and usefulness.</a:t>
            </a:r>
          </a:p>
        </p:txBody>
      </p:sp>
      <p:sp>
        <p:nvSpPr>
          <p:cNvPr id="15" name="Rectangle 14">
            <a:extLst>
              <a:ext uri="{FF2B5EF4-FFF2-40B4-BE49-F238E27FC236}">
                <a16:creationId xmlns:a16="http://schemas.microsoft.com/office/drawing/2014/main" id="{4BB8070A-3386-F5ED-046C-88A5407953DE}"/>
              </a:ext>
            </a:extLst>
          </p:cNvPr>
          <p:cNvSpPr/>
          <p:nvPr/>
        </p:nvSpPr>
        <p:spPr>
          <a:xfrm>
            <a:off x="508000" y="3849624"/>
            <a:ext cx="5486400" cy="201168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BA36ADD5-7CBB-1B49-0F7E-C293DBD085A6}"/>
              </a:ext>
            </a:extLst>
          </p:cNvPr>
          <p:cNvSpPr/>
          <p:nvPr/>
        </p:nvSpPr>
        <p:spPr>
          <a:xfrm>
            <a:off x="508000" y="3849624"/>
            <a:ext cx="502920" cy="2011680"/>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45D90347-BB42-3E84-B73B-C02AB85DD135}"/>
              </a:ext>
            </a:extLst>
          </p:cNvPr>
          <p:cNvSpPr txBox="1"/>
          <p:nvPr/>
        </p:nvSpPr>
        <p:spPr>
          <a:xfrm>
            <a:off x="1166368" y="3941064"/>
            <a:ext cx="4663440" cy="33855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600" b="1" i="0">
                <a:latin typeface="+mj-lt"/>
              </a:rPr>
              <a:t>Expand Capabilities</a:t>
            </a:r>
          </a:p>
        </p:txBody>
      </p:sp>
      <p:sp>
        <p:nvSpPr>
          <p:cNvPr id="18" name="TextBox 17">
            <a:extLst>
              <a:ext uri="{FF2B5EF4-FFF2-40B4-BE49-F238E27FC236}">
                <a16:creationId xmlns:a16="http://schemas.microsoft.com/office/drawing/2014/main" id="{BCC9BE71-AEBF-8537-89A7-92862E53865A}"/>
              </a:ext>
            </a:extLst>
          </p:cNvPr>
          <p:cNvSpPr txBox="1"/>
          <p:nvPr/>
        </p:nvSpPr>
        <p:spPr>
          <a:xfrm>
            <a:off x="1166368" y="4443984"/>
            <a:ext cx="4663440" cy="830997"/>
          </a:xfrm>
          <a:prstGeom prst="rect">
            <a:avLst/>
          </a:prstGeom>
          <a:noFill/>
        </p:spPr>
        <p:txBody>
          <a:bodyPr wrap="square">
            <a:spAutoFit/>
          </a:bodyPr>
          <a:lstStyle/>
          <a:p>
            <a:pPr algn="l"/>
            <a:r>
              <a:rPr sz="1600" i="0">
                <a:ln w="0"/>
                <a:effectLst>
                  <a:outerShdw blurRad="38100" dist="19050" dir="2700000" algn="tl" rotWithShape="0">
                    <a:schemeClr val="dk1">
                      <a:alpha val="40000"/>
                    </a:schemeClr>
                  </a:outerShdw>
                </a:effectLst>
                <a:latin typeface="ShellBook" panose="00000500000000000000" pitchFamily="2" charset="0"/>
              </a:rPr>
              <a:t>Technical Specification (TS) generation, automated code generation
with human review gate, multi-system search.</a:t>
            </a:r>
          </a:p>
        </p:txBody>
      </p:sp>
      <p:sp>
        <p:nvSpPr>
          <p:cNvPr id="19" name="Rectangle 18">
            <a:extLst>
              <a:ext uri="{FF2B5EF4-FFF2-40B4-BE49-F238E27FC236}">
                <a16:creationId xmlns:a16="http://schemas.microsoft.com/office/drawing/2014/main" id="{84458DBD-6AD8-8131-37C9-DFA7D877CE04}"/>
              </a:ext>
            </a:extLst>
          </p:cNvPr>
          <p:cNvSpPr/>
          <p:nvPr/>
        </p:nvSpPr>
        <p:spPr>
          <a:xfrm>
            <a:off x="6360160" y="3849624"/>
            <a:ext cx="5486400" cy="201168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a:p>
        </p:txBody>
      </p:sp>
      <p:sp>
        <p:nvSpPr>
          <p:cNvPr id="20" name="Rectangle 19">
            <a:extLst>
              <a:ext uri="{FF2B5EF4-FFF2-40B4-BE49-F238E27FC236}">
                <a16:creationId xmlns:a16="http://schemas.microsoft.com/office/drawing/2014/main" id="{C8AA3BCC-A8F8-D8DF-44A8-DCBD7A4CD26F}"/>
              </a:ext>
            </a:extLst>
          </p:cNvPr>
          <p:cNvSpPr/>
          <p:nvPr/>
        </p:nvSpPr>
        <p:spPr>
          <a:xfrm>
            <a:off x="6360160" y="3849624"/>
            <a:ext cx="502920" cy="2011680"/>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B22CBB67-A57C-547E-1358-C71C882042AB}"/>
              </a:ext>
            </a:extLst>
          </p:cNvPr>
          <p:cNvSpPr txBox="1"/>
          <p:nvPr/>
        </p:nvSpPr>
        <p:spPr>
          <a:xfrm>
            <a:off x="7018528" y="3941064"/>
            <a:ext cx="4663440" cy="33855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sz="1600" b="1" i="0">
                <a:latin typeface="+mj-lt"/>
              </a:rPr>
              <a:t>Team Rollout</a:t>
            </a:r>
          </a:p>
        </p:txBody>
      </p:sp>
      <p:sp>
        <p:nvSpPr>
          <p:cNvPr id="22" name="TextBox 21">
            <a:extLst>
              <a:ext uri="{FF2B5EF4-FFF2-40B4-BE49-F238E27FC236}">
                <a16:creationId xmlns:a16="http://schemas.microsoft.com/office/drawing/2014/main" id="{A5E66251-91D5-CFC7-EB84-CB7759AD1DD8}"/>
              </a:ext>
            </a:extLst>
          </p:cNvPr>
          <p:cNvSpPr txBox="1"/>
          <p:nvPr/>
        </p:nvSpPr>
        <p:spPr>
          <a:xfrm>
            <a:off x="7018528" y="4443984"/>
            <a:ext cx="4663440" cy="830997"/>
          </a:xfrm>
          <a:prstGeom prst="rect">
            <a:avLst/>
          </a:prstGeom>
          <a:noFill/>
        </p:spPr>
        <p:txBody>
          <a:bodyPr wrap="square">
            <a:spAutoFit/>
          </a:bodyPr>
          <a:lstStyle/>
          <a:p>
            <a:pPr algn="l"/>
            <a:r>
              <a:rPr sz="1600" i="0">
                <a:ln w="0"/>
                <a:effectLst>
                  <a:outerShdw blurRad="38100" dist="19050" dir="2700000" algn="tl" rotWithShape="0">
                    <a:schemeClr val="dk1">
                      <a:alpha val="40000"/>
                    </a:schemeClr>
                  </a:outerShdw>
                </a:effectLst>
                <a:latin typeface="ShellBook" panose="00000500000000000000" pitchFamily="2" charset="0"/>
              </a:rPr>
              <a:t>Deploy to all ABAP developers on their laptops.
One-time setup: install Python + 7 packages + .env config.</a:t>
            </a:r>
          </a:p>
        </p:txBody>
      </p:sp>
    </p:spTree>
    <p:extLst>
      <p:ext uri="{BB962C8B-B14F-4D97-AF65-F5344CB8AC3E}">
        <p14:creationId xmlns:p14="http://schemas.microsoft.com/office/powerpoint/2010/main" val="229710877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6282A6-797A-F985-55AC-E159A01CC871}"/>
              </a:ext>
            </a:extLst>
          </p:cNvPr>
          <p:cNvSpPr>
            <a:spLocks noGrp="1"/>
          </p:cNvSpPr>
          <p:nvPr>
            <p:ph type="title"/>
          </p:nvPr>
        </p:nvSpPr>
        <p:spPr/>
        <p:txBody>
          <a:bodyPr/>
          <a:lstStyle/>
          <a:p>
            <a:endParaRPr lang="en-US"/>
          </a:p>
        </p:txBody>
      </p:sp>
      <p:sp>
        <p:nvSpPr>
          <p:cNvPr id="8" name="Content Placeholder 7">
            <a:extLst>
              <a:ext uri="{FF2B5EF4-FFF2-40B4-BE49-F238E27FC236}">
                <a16:creationId xmlns:a16="http://schemas.microsoft.com/office/drawing/2014/main" id="{A60DAE45-E9FD-347A-B9CB-16978CE0121B}"/>
              </a:ext>
            </a:extLst>
          </p:cNvPr>
          <p:cNvSpPr>
            <a:spLocks noGrp="1"/>
          </p:cNvSpPr>
          <p:nvPr>
            <p:ph sz="quarter" idx="11"/>
          </p:nvPr>
        </p:nvSpPr>
        <p:spPr/>
        <p:txBody>
          <a:bodyPr/>
          <a:lstStyle/>
          <a:p>
            <a:endParaRPr lang="en-US"/>
          </a:p>
        </p:txBody>
      </p:sp>
      <p:sp>
        <p:nvSpPr>
          <p:cNvPr id="4" name="Date Placeholder 3">
            <a:extLst>
              <a:ext uri="{FF2B5EF4-FFF2-40B4-BE49-F238E27FC236}">
                <a16:creationId xmlns:a16="http://schemas.microsoft.com/office/drawing/2014/main" id="{6CBD4DD0-FBFB-552D-73EB-CD4765C5AD95}"/>
              </a:ext>
            </a:extLst>
          </p:cNvPr>
          <p:cNvSpPr>
            <a:spLocks noGrp="1"/>
          </p:cNvSpPr>
          <p:nvPr>
            <p:ph type="dt" sz="half" idx="2"/>
          </p:nvPr>
        </p:nvSpPr>
        <p:spPr/>
        <p:txBody>
          <a:bodyPr/>
          <a:lstStyle/>
          <a:p>
            <a:pPr>
              <a:defRPr/>
            </a:pPr>
            <a:fld id="{B23BB25C-70E0-4BBF-9477-1A1B91256A3C}" type="datetime2">
              <a:rPr lang="en-US" noProof="1" smtClean="0"/>
              <a:t>Tuesday, March 10, 2026</a:t>
            </a:fld>
            <a:endParaRPr lang="en-GB" noProof="1"/>
          </a:p>
        </p:txBody>
      </p:sp>
      <p:sp>
        <p:nvSpPr>
          <p:cNvPr id="5" name="Slide Number Placeholder 4">
            <a:extLst>
              <a:ext uri="{FF2B5EF4-FFF2-40B4-BE49-F238E27FC236}">
                <a16:creationId xmlns:a16="http://schemas.microsoft.com/office/drawing/2014/main" id="{4FEA618B-0B5D-9039-DBAD-DE6355D6769F}"/>
              </a:ext>
            </a:extLst>
          </p:cNvPr>
          <p:cNvSpPr>
            <a:spLocks noGrp="1"/>
          </p:cNvSpPr>
          <p:nvPr>
            <p:ph type="sldNum" sz="quarter" idx="4"/>
          </p:nvPr>
        </p:nvSpPr>
        <p:spPr/>
        <p:txBody>
          <a:bodyPr/>
          <a:lstStyle/>
          <a:p>
            <a:fld id="{D32BAE6A-B452-4007-8177-56DD051636F9}" type="slidenum">
              <a:rPr lang="en-GB" noProof="1" smtClean="0"/>
              <a:pPr/>
              <a:t>14</a:t>
            </a:fld>
            <a:endParaRPr lang="en-GB" noProof="1"/>
          </a:p>
        </p:txBody>
      </p:sp>
      <p:sp>
        <p:nvSpPr>
          <p:cNvPr id="6" name="Footer Placeholder 5">
            <a:extLst>
              <a:ext uri="{FF2B5EF4-FFF2-40B4-BE49-F238E27FC236}">
                <a16:creationId xmlns:a16="http://schemas.microsoft.com/office/drawing/2014/main" id="{C4DA3531-6B6E-463C-17E8-0A89F6BAC0F8}"/>
              </a:ext>
            </a:extLst>
          </p:cNvPr>
          <p:cNvSpPr>
            <a:spLocks noGrp="1"/>
          </p:cNvSpPr>
          <p:nvPr>
            <p:ph type="ftr" sz="quarter" idx="3"/>
          </p:nvPr>
        </p:nvSpPr>
        <p:spPr/>
        <p:txBody>
          <a:bodyPr/>
          <a:lstStyle/>
          <a:p>
            <a:pPr>
              <a:defRPr/>
            </a:pPr>
            <a:r>
              <a:rPr lang="en-GB" noProof="1"/>
              <a:t> </a:t>
            </a:r>
          </a:p>
        </p:txBody>
      </p:sp>
    </p:spTree>
    <p:extLst>
      <p:ext uri="{BB962C8B-B14F-4D97-AF65-F5344CB8AC3E}">
        <p14:creationId xmlns:p14="http://schemas.microsoft.com/office/powerpoint/2010/main" val="164010793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1924488" y="2199867"/>
            <a:ext cx="8653516" cy="821230"/>
          </a:xfrm>
        </p:spPr>
        <p:txBody>
          <a:bodyPr/>
          <a:lstStyle/>
          <a:p>
            <a:r>
              <a:rPr lang="en-US" sz="6000" b="1">
                <a:solidFill>
                  <a:schemeClr val="tx1"/>
                </a:solidFill>
                <a:latin typeface="ShellHeavy" panose="00000700000000000000" pitchFamily="2" charset="0"/>
                <a:cs typeface="Calibri" panose="020F0502020204030204" pitchFamily="34" charset="0"/>
              </a:rPr>
              <a:t>Demo</a:t>
            </a:r>
            <a:endParaRPr lang="en-GB" sz="6000">
              <a:latin typeface="ShellHeavy" panose="00000700000000000000" pitchFamily="2" charset="0"/>
            </a:endParaRPr>
          </a:p>
        </p:txBody>
      </p:sp>
      <p:sp>
        <p:nvSpPr>
          <p:cNvPr id="2" name="Date Placeholder 1"/>
          <p:cNvSpPr>
            <a:spLocks noGrp="1"/>
          </p:cNvSpPr>
          <p:nvPr>
            <p:ph type="dt" sz="half" idx="2"/>
          </p:nvPr>
        </p:nvSpPr>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850" b="0" i="0" u="none" strike="noStrike" kern="1200" cap="none" spc="0" normalizeH="0" baseline="0" noProof="1">
                <a:ln>
                  <a:noFill/>
                </a:ln>
                <a:solidFill>
                  <a:srgbClr val="404040"/>
                </a:solidFill>
                <a:effectLst/>
                <a:uLnTx/>
                <a:uFillTx/>
                <a:latin typeface="ShellMedium"/>
                <a:ea typeface="+mn-ea"/>
                <a:cs typeface="Arial" pitchFamily="34" charset="0"/>
              </a:rPr>
              <a:t>March 2026</a:t>
            </a:r>
          </a:p>
        </p:txBody>
      </p:sp>
      <p:sp>
        <p:nvSpPr>
          <p:cNvPr id="4" name="Slide Number Placeholder 3"/>
          <p:cNvSpPr>
            <a:spLocks noGrp="1"/>
          </p:cNvSpPr>
          <p:nvPr>
            <p:ph type="sldNum" sz="quarter" idx="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D32BAE6A-B452-4007-8177-56DD051636F9}" type="slidenum">
              <a:rPr kumimoji="0" lang="en-GB" sz="850" b="0" i="0" u="none" strike="noStrike" kern="1200" cap="none" spc="0" normalizeH="0" baseline="0" noProof="1" dirty="0" smtClean="0">
                <a:ln>
                  <a:noFill/>
                </a:ln>
                <a:solidFill>
                  <a:srgbClr val="404040"/>
                </a:solidFill>
                <a:effectLst/>
                <a:uLnTx/>
                <a:uFillTx/>
                <a:latin typeface="ShellMedium"/>
                <a:ea typeface="+mn-ea"/>
                <a:cs typeface="Arial"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15</a:t>
            </a:fld>
            <a:endParaRPr kumimoji="0" lang="en-GB" sz="850" b="0" i="0" u="none" strike="noStrike" kern="1200" cap="none" spc="0" normalizeH="0" baseline="0" noProof="1">
              <a:ln>
                <a:noFill/>
              </a:ln>
              <a:solidFill>
                <a:srgbClr val="404040"/>
              </a:solidFill>
              <a:effectLst/>
              <a:uLnTx/>
              <a:uFillTx/>
              <a:latin typeface="ShellMedium"/>
              <a:ea typeface="+mn-ea"/>
              <a:cs typeface="Arial" pitchFamily="34" charset="0"/>
            </a:endParaRPr>
          </a:p>
        </p:txBody>
      </p:sp>
      <p:sp>
        <p:nvSpPr>
          <p:cNvPr id="3" name="Footer Placeholder 2"/>
          <p:cNvSpPr>
            <a:spLocks noGrp="1"/>
          </p:cNvSpPr>
          <p:nvPr>
            <p:ph type="ftr" sz="quarter" idx="3"/>
          </p:nvPr>
        </p:nvSpPr>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850" b="0" i="0" u="none" strike="noStrike" kern="1200" cap="none" spc="0" normalizeH="0" baseline="0" noProof="1">
                <a:ln>
                  <a:noFill/>
                </a:ln>
                <a:solidFill>
                  <a:srgbClr val="404040"/>
                </a:solidFill>
                <a:effectLst/>
                <a:uLnTx/>
                <a:uFillTx/>
                <a:latin typeface="ShellMedium"/>
                <a:ea typeface="+mn-ea"/>
                <a:cs typeface="Arial" pitchFamily="34" charset="0"/>
              </a:rPr>
              <a:t> </a:t>
            </a:r>
          </a:p>
        </p:txBody>
      </p:sp>
      <p:sp>
        <p:nvSpPr>
          <p:cNvPr id="6" name="Text Placeholder 5">
            <a:extLst>
              <a:ext uri="{FF2B5EF4-FFF2-40B4-BE49-F238E27FC236}">
                <a16:creationId xmlns:a16="http://schemas.microsoft.com/office/drawing/2014/main" id="{6A6A291E-C646-460F-B856-A8F8588AD450}"/>
              </a:ext>
            </a:extLst>
          </p:cNvPr>
          <p:cNvSpPr>
            <a:spLocks noGrp="1"/>
          </p:cNvSpPr>
          <p:nvPr>
            <p:ph type="body" sz="quarter" idx="13"/>
          </p:nvPr>
        </p:nvSpPr>
        <p:spPr/>
        <p:txBody>
          <a:bodyPr/>
          <a:lstStyle/>
          <a:p>
            <a:r>
              <a:rPr lang="en-US"/>
              <a:t> </a:t>
            </a:r>
          </a:p>
        </p:txBody>
      </p:sp>
    </p:spTree>
    <p:extLst>
      <p:ext uri="{BB962C8B-B14F-4D97-AF65-F5344CB8AC3E}">
        <p14:creationId xmlns:p14="http://schemas.microsoft.com/office/powerpoint/2010/main" val="350132727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763200" y="1696947"/>
            <a:ext cx="8653516" cy="821230"/>
          </a:xfrm>
        </p:spPr>
        <p:txBody>
          <a:bodyPr/>
          <a:lstStyle/>
          <a:p>
            <a:r>
              <a:rPr lang="en-US" sz="5400" b="1">
                <a:solidFill>
                  <a:schemeClr val="tx1"/>
                </a:solidFill>
                <a:cs typeface="Calibri" panose="020F0502020204030204" pitchFamily="34" charset="0"/>
              </a:rPr>
              <a:t>Q&amp;A</a:t>
            </a:r>
            <a:endParaRPr lang="en-GB" sz="6000"/>
          </a:p>
        </p:txBody>
      </p:sp>
      <p:sp>
        <p:nvSpPr>
          <p:cNvPr id="2" name="Date Placeholder 1"/>
          <p:cNvSpPr>
            <a:spLocks noGrp="1"/>
          </p:cNvSpPr>
          <p:nvPr>
            <p:ph type="dt" sz="half" idx="2"/>
          </p:nvPr>
        </p:nvSpPr>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noProof="1">
                <a:solidFill>
                  <a:srgbClr val="404040"/>
                </a:solidFill>
                <a:latin typeface="ShellMedium"/>
              </a:rPr>
              <a:t>March </a:t>
            </a:r>
            <a:r>
              <a:rPr kumimoji="0" lang="en-GB" sz="850" b="0" i="0" u="none" strike="noStrike" kern="1200" cap="none" spc="0" normalizeH="0" baseline="0" noProof="1">
                <a:ln>
                  <a:noFill/>
                </a:ln>
                <a:solidFill>
                  <a:srgbClr val="404040"/>
                </a:solidFill>
                <a:effectLst/>
                <a:uLnTx/>
                <a:uFillTx/>
                <a:latin typeface="ShellMedium"/>
                <a:ea typeface="+mn-ea"/>
                <a:cs typeface="Arial" pitchFamily="34" charset="0"/>
              </a:rPr>
              <a:t>2026</a:t>
            </a:r>
          </a:p>
        </p:txBody>
      </p:sp>
      <p:sp>
        <p:nvSpPr>
          <p:cNvPr id="4" name="Slide Number Placeholder 3"/>
          <p:cNvSpPr>
            <a:spLocks noGrp="1"/>
          </p:cNvSpPr>
          <p:nvPr>
            <p:ph type="sldNum" sz="quarter" idx="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D32BAE6A-B452-4007-8177-56DD051636F9}" type="slidenum">
              <a:rPr kumimoji="0" lang="en-GB" sz="850" b="0" i="0" u="none" strike="noStrike" kern="1200" cap="none" spc="0" normalizeH="0" baseline="0" noProof="1" dirty="0" smtClean="0">
                <a:ln>
                  <a:noFill/>
                </a:ln>
                <a:solidFill>
                  <a:srgbClr val="404040"/>
                </a:solidFill>
                <a:effectLst/>
                <a:uLnTx/>
                <a:uFillTx/>
                <a:latin typeface="ShellMedium"/>
                <a:ea typeface="+mn-ea"/>
                <a:cs typeface="Arial"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16</a:t>
            </a:fld>
            <a:endParaRPr kumimoji="0" lang="en-GB" sz="850" b="0" i="0" u="none" strike="noStrike" kern="1200" cap="none" spc="0" normalizeH="0" baseline="0" noProof="1">
              <a:ln>
                <a:noFill/>
              </a:ln>
              <a:solidFill>
                <a:srgbClr val="404040"/>
              </a:solidFill>
              <a:effectLst/>
              <a:uLnTx/>
              <a:uFillTx/>
              <a:latin typeface="ShellMedium"/>
              <a:ea typeface="+mn-ea"/>
              <a:cs typeface="Arial" pitchFamily="34" charset="0"/>
            </a:endParaRPr>
          </a:p>
        </p:txBody>
      </p:sp>
      <p:sp>
        <p:nvSpPr>
          <p:cNvPr id="3" name="Footer Placeholder 2"/>
          <p:cNvSpPr>
            <a:spLocks noGrp="1"/>
          </p:cNvSpPr>
          <p:nvPr>
            <p:ph type="ftr" sz="quarter" idx="3"/>
          </p:nvPr>
        </p:nvSpPr>
        <p:spPr/>
        <p: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850" b="0" i="0" u="none" strike="noStrike" kern="1200" cap="none" spc="0" normalizeH="0" baseline="0" noProof="1">
                <a:ln>
                  <a:noFill/>
                </a:ln>
                <a:solidFill>
                  <a:srgbClr val="404040"/>
                </a:solidFill>
                <a:effectLst/>
                <a:uLnTx/>
                <a:uFillTx/>
                <a:latin typeface="ShellMedium"/>
                <a:ea typeface="+mn-ea"/>
                <a:cs typeface="Arial" pitchFamily="34" charset="0"/>
              </a:rPr>
              <a:t> </a:t>
            </a:r>
          </a:p>
        </p:txBody>
      </p:sp>
      <p:sp>
        <p:nvSpPr>
          <p:cNvPr id="6" name="Text Placeholder 5">
            <a:extLst>
              <a:ext uri="{FF2B5EF4-FFF2-40B4-BE49-F238E27FC236}">
                <a16:creationId xmlns:a16="http://schemas.microsoft.com/office/drawing/2014/main" id="{6A6A291E-C646-460F-B856-A8F8588AD450}"/>
              </a:ext>
            </a:extLst>
          </p:cNvPr>
          <p:cNvSpPr>
            <a:spLocks noGrp="1"/>
          </p:cNvSpPr>
          <p:nvPr>
            <p:ph type="body" sz="quarter" idx="13"/>
          </p:nvPr>
        </p:nvSpPr>
        <p:spPr/>
        <p:txBody>
          <a:bodyPr/>
          <a:lstStyle/>
          <a:p>
            <a:r>
              <a:rPr lang="en-US"/>
              <a:t> </a:t>
            </a:r>
          </a:p>
        </p:txBody>
      </p:sp>
    </p:spTree>
    <p:extLst>
      <p:ext uri="{BB962C8B-B14F-4D97-AF65-F5344CB8AC3E}">
        <p14:creationId xmlns:p14="http://schemas.microsoft.com/office/powerpoint/2010/main" val="289672172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8353AF5-16C0-C9CA-65E9-8B175EB60A66}"/>
              </a:ext>
            </a:extLst>
          </p:cNvPr>
          <p:cNvSpPr>
            <a:spLocks noGrp="1"/>
          </p:cNvSpPr>
          <p:nvPr>
            <p:ph type="dt" sz="half" idx="4294967295"/>
          </p:nvPr>
        </p:nvSpPr>
        <p:spPr>
          <a:xfrm>
            <a:off x="10249218" y="6469063"/>
            <a:ext cx="1439862" cy="238125"/>
          </a:xfrm>
        </p:spPr>
        <p:txBody>
          <a:bodyPr/>
          <a:lstStyle/>
          <a:p>
            <a:pPr>
              <a:defRPr/>
            </a:pPr>
            <a:r>
              <a:rPr lang="en-US" noProof="1"/>
              <a:t>March 2026</a:t>
            </a:r>
            <a:endParaRPr lang="en-GB" noProof="1"/>
          </a:p>
        </p:txBody>
      </p:sp>
      <p:sp>
        <p:nvSpPr>
          <p:cNvPr id="6" name="Slide Number Placeholder 5">
            <a:extLst>
              <a:ext uri="{FF2B5EF4-FFF2-40B4-BE49-F238E27FC236}">
                <a16:creationId xmlns:a16="http://schemas.microsoft.com/office/drawing/2014/main" id="{68D34452-2288-EFDB-58FE-D85A2082B497}"/>
              </a:ext>
            </a:extLst>
          </p:cNvPr>
          <p:cNvSpPr>
            <a:spLocks noGrp="1"/>
          </p:cNvSpPr>
          <p:nvPr>
            <p:ph type="sldNum" sz="quarter" idx="4294967295"/>
          </p:nvPr>
        </p:nvSpPr>
        <p:spPr>
          <a:xfrm>
            <a:off x="11511280" y="6469062"/>
            <a:ext cx="355600" cy="238125"/>
          </a:xfrm>
        </p:spPr>
        <p:txBody>
          <a:bodyPr/>
          <a:lstStyle/>
          <a:p>
            <a:fld id="{D32BAE6A-B452-4007-8177-56DD051636F9}" type="slidenum">
              <a:rPr lang="en-GB" noProof="1" smtClean="0"/>
              <a:pPr/>
              <a:t>17</a:t>
            </a:fld>
            <a:endParaRPr lang="en-GB" noProof="1"/>
          </a:p>
        </p:txBody>
      </p:sp>
      <p:sp>
        <p:nvSpPr>
          <p:cNvPr id="7" name="Footer Placeholder 6">
            <a:extLst>
              <a:ext uri="{FF2B5EF4-FFF2-40B4-BE49-F238E27FC236}">
                <a16:creationId xmlns:a16="http://schemas.microsoft.com/office/drawing/2014/main" id="{AA615017-49CE-1E44-A423-752073D7F16E}"/>
              </a:ext>
            </a:extLst>
          </p:cNvPr>
          <p:cNvSpPr>
            <a:spLocks noGrp="1"/>
          </p:cNvSpPr>
          <p:nvPr>
            <p:ph type="ftr" sz="quarter" idx="4294967295"/>
          </p:nvPr>
        </p:nvSpPr>
        <p:spPr>
          <a:xfrm>
            <a:off x="0" y="6469063"/>
            <a:ext cx="4435475" cy="238125"/>
          </a:xfrm>
        </p:spPr>
        <p:txBody>
          <a:bodyPr/>
          <a:lstStyle/>
          <a:p>
            <a:pPr>
              <a:defRPr/>
            </a:pPr>
            <a:r>
              <a:rPr lang="en-GB" noProof="1"/>
              <a:t> </a:t>
            </a:r>
          </a:p>
        </p:txBody>
      </p:sp>
    </p:spTree>
    <p:extLst>
      <p:ext uri="{BB962C8B-B14F-4D97-AF65-F5344CB8AC3E}">
        <p14:creationId xmlns:p14="http://schemas.microsoft.com/office/powerpoint/2010/main" val="1135200549"/>
      </p:ext>
    </p:extLst>
  </p:cSld>
  <p:clrMapOvr>
    <a:masterClrMapping/>
  </p:clrMapOvr>
  <p:transition/>
</p:sld>
</file>

<file path=ppt/theme/theme1.xml><?xml version="1.0" encoding="utf-8"?>
<a:theme xmlns:a="http://schemas.openxmlformats.org/drawingml/2006/main" name="Shell layouts with footer">
  <a:themeElements>
    <a:clrScheme name="Shell Colour Palette">
      <a:dk1>
        <a:srgbClr val="404040"/>
      </a:dk1>
      <a:lt1>
        <a:srgbClr val="FFFFFF"/>
      </a:lt1>
      <a:dk2>
        <a:srgbClr val="A6A6A6"/>
      </a:dk2>
      <a:lt2>
        <a:srgbClr val="D9D9D9"/>
      </a:lt2>
      <a:accent1>
        <a:srgbClr val="FBCE07"/>
      </a:accent1>
      <a:accent2>
        <a:srgbClr val="DD1D21"/>
      </a:accent2>
      <a:accent3>
        <a:srgbClr val="003C88"/>
      </a:accent3>
      <a:accent4>
        <a:srgbClr val="641964"/>
      </a:accent4>
      <a:accent5>
        <a:srgbClr val="008443"/>
      </a:accent5>
      <a:accent6>
        <a:srgbClr val="EB8705"/>
      </a:accent6>
      <a:hlink>
        <a:srgbClr val="003C88"/>
      </a:hlink>
      <a:folHlink>
        <a:srgbClr val="003C88"/>
      </a:folHlink>
    </a:clrScheme>
    <a:fontScheme name="Shell Font Theme">
      <a:majorFont>
        <a:latin typeface="ShellHeavy"/>
        <a:ea typeface=""/>
        <a:cs typeface=""/>
      </a:majorFont>
      <a:minorFont>
        <a:latin typeface="Shell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lgn="ctr">
          <a:noFill/>
          <a:miter lim="800000"/>
          <a:headEnd/>
          <a:tailEnd/>
        </a:ln>
      </a:spPr>
      <a:bodyPr vert="horz" wrap="square" lIns="0" tIns="0" rIns="0" bIns="0" numCol="1" rtlCol="0" anchor="t" anchorCtr="0" compatLnSpc="1">
        <a:prstTxWarp prst="textNoShape">
          <a:avLst/>
        </a:prstTxWarp>
        <a:spAutoFit/>
      </a:bodyPr>
      <a:lstStyle>
        <a:defPPr marL="201613" indent="-201613" defTabSz="357708">
          <a:lnSpc>
            <a:spcPct val="140000"/>
          </a:lnSpc>
          <a:buClr>
            <a:schemeClr val="accent2"/>
          </a:buClr>
          <a:buSzPct val="85000"/>
          <a:buFont typeface="Wingdings" panose="05000000000000000000" pitchFamily="2" charset="2"/>
          <a:buChar char=""/>
          <a:defRPr sz="1600" dirty="0" err="1" smtClean="0"/>
        </a:defPPr>
      </a:lstStyle>
    </a:txDef>
  </a:objectDefaults>
  <a:extraClrSchemeLst/>
  <a:custClrLst>
    <a:custClr name="Shell-yellow">
      <a:srgbClr val="FBCE07"/>
    </a:custClr>
    <a:custClr name="Shell-yellow-60%">
      <a:srgbClr val="FDE26A"/>
    </a:custClr>
    <a:custClr name="Shell-yellow-40%">
      <a:srgbClr val="FDEB9C"/>
    </a:custClr>
    <a:custClr name="Shell-yellow-20%">
      <a:srgbClr val="FEF5CD"/>
    </a:custClr>
    <a:custClr name="Shell-yellow-20%">
      <a:srgbClr val="FEF5CD"/>
    </a:custClr>
    <a:custClr name="Shell-red">
      <a:srgbClr val="DD1D21"/>
    </a:custClr>
    <a:custClr name="Shell-red-60%">
      <a:srgbClr val="EB777A"/>
    </a:custClr>
    <a:custClr name="Shell-red-40%">
      <a:srgbClr val="F1A5A6"/>
    </a:custClr>
    <a:custClr name="Shell-red-20%">
      <a:srgbClr val="F8D2D3"/>
    </a:custClr>
    <a:custClr name="Shell-white">
      <a:srgbClr val="FFFFFF"/>
    </a:custClr>
    <a:custClr name="Shell-black">
      <a:srgbClr val="000000"/>
    </a:custClr>
    <a:custClr name="Shell-very dark grey">
      <a:srgbClr val="404040"/>
    </a:custClr>
    <a:custClr name="Shell-dark grey">
      <a:srgbClr val="595959"/>
    </a:custClr>
    <a:custClr name="Shell-mid grey">
      <a:srgbClr val="7F7F7F"/>
    </a:custClr>
    <a:custClr name="Shell-light grey">
      <a:srgbClr val="A6A6A6"/>
    </a:custClr>
    <a:custClr name="Shell-pale grey">
      <a:srgbClr val="D9D9D9"/>
    </a:custClr>
    <a:custClr name="Shell-very pale grey">
      <a:srgbClr val="F7F7F7"/>
    </a:custClr>
    <a:custClr name="Shell-dark blue">
      <a:srgbClr val="003C88"/>
    </a:custClr>
    <a:custClr name="Shell-dark blue-60%">
      <a:srgbClr val="668AB8"/>
    </a:custClr>
    <a:custClr name="Shell-dark blue-40%">
      <a:srgbClr val="99B1CF"/>
    </a:custClr>
    <a:custClr name="Shell-dark blue-20%">
      <a:srgbClr val="CCD8E7"/>
    </a:custClr>
    <a:custClr name="Shell-mid blue">
      <a:srgbClr val="009EB4"/>
    </a:custClr>
    <a:custClr name="Shell-mid blue-60%">
      <a:srgbClr val="66C5D2"/>
    </a:custClr>
    <a:custClr name="Shell-mid blue-40%">
      <a:srgbClr val="99D8E1"/>
    </a:custClr>
    <a:custClr name="Shell-mid blue-20%">
      <a:srgbClr val="CCECF0"/>
    </a:custClr>
    <a:custClr name="Shell-light blue">
      <a:srgbClr val="89CFDC"/>
    </a:custClr>
    <a:custClr name="Shell-light blue-60%">
      <a:srgbClr val="B8E2EA"/>
    </a:custClr>
    <a:custClr name="Shell-light blue-40%">
      <a:srgbClr val="D0ECF1"/>
    </a:custClr>
    <a:custClr name="Shell-light blue-20%">
      <a:srgbClr val="E7F5F8"/>
    </a:custClr>
    <a:custClr name="Shell-light green">
      <a:srgbClr val="BED50F"/>
    </a:custClr>
    <a:custClr name="Shell-light green-60%">
      <a:srgbClr val="D8E66F"/>
    </a:custClr>
    <a:custClr name="Shell-light green-40%">
      <a:srgbClr val="E5EE9F"/>
    </a:custClr>
    <a:custClr name="Shell-light green-20%">
      <a:srgbClr val="F2F7CF"/>
    </a:custClr>
    <a:custClr name="Shell-dark green">
      <a:srgbClr val="008443"/>
    </a:custClr>
    <a:custClr name="Shell-dark green-60%">
      <a:srgbClr val="66B58E"/>
    </a:custClr>
    <a:custClr name="Shell-dark green-40%">
      <a:srgbClr val="99CEB4"/>
    </a:custClr>
    <a:custClr name="Shell-dark green-20%">
      <a:srgbClr val="CCE6D9"/>
    </a:custClr>
    <a:custClr name="Shell-purple">
      <a:srgbClr val="641964"/>
    </a:custClr>
    <a:custClr name="Shell-purple-60%">
      <a:srgbClr val="A275A2"/>
    </a:custClr>
    <a:custClr name="Shell-purple-40%">
      <a:srgbClr val="C1A3C1"/>
    </a:custClr>
    <a:custClr name="Shell-purple-20%">
      <a:srgbClr val="E0D1E0"/>
    </a:custClr>
    <a:custClr name="Shell-lilac">
      <a:srgbClr val="BA95BE"/>
    </a:custClr>
    <a:custClr name="Shell-lilac-60%">
      <a:srgbClr val="D6BFD8"/>
    </a:custClr>
    <a:custClr name="Shell-lilac-40%">
      <a:srgbClr val="E3D5E5"/>
    </a:custClr>
    <a:custClr name="Shell-orange">
      <a:srgbClr val="EB8705"/>
    </a:custClr>
    <a:custClr name="Shell-orange-60%">
      <a:srgbClr val="F3B769"/>
    </a:custClr>
    <a:custClr name="Shell-orange-40%">
      <a:srgbClr val="F7CF9B"/>
    </a:custClr>
    <a:custClr name="Shell-brown">
      <a:srgbClr val="743410"/>
    </a:custClr>
    <a:custClr name="Shell-brown-60%">
      <a:srgbClr val="AC8570"/>
    </a:custClr>
    <a:custClr name="Shell-brown-40%">
      <a:srgbClr val="C7AE9F"/>
    </a:custClr>
    <a:custClr name="Shell-sand">
      <a:srgbClr val="FFEAC2"/>
    </a:custClr>
  </a:custClrLst>
  <a:extLst>
    <a:ext uri="{05A4C25C-085E-4340-85A3-A5531E510DB2}">
      <thm15:themeFamily xmlns:thm15="http://schemas.microsoft.com/office/thememl/2012/main" name="Onscreen;2057;Pos1;Date1;Widescreen Shell template - 16x9 V1-102.potx" id="{5A7BD8C3-2690-4C05-A145-19ADE4FBA848}" vid="{3B7C03BC-BD27-4D1F-8A34-1DD52275C4B5}"/>
    </a:ext>
  </a:extLst>
</a:theme>
</file>

<file path=ppt/theme/theme2.xml><?xml version="1.0" encoding="utf-8"?>
<a:theme xmlns:a="http://schemas.openxmlformats.org/drawingml/2006/main" name="1_Shell layouts with footer">
  <a:themeElements>
    <a:clrScheme name="Shell Colour Palette">
      <a:dk1>
        <a:srgbClr val="404040"/>
      </a:dk1>
      <a:lt1>
        <a:srgbClr val="FFFFFF"/>
      </a:lt1>
      <a:dk2>
        <a:srgbClr val="A6A6A6"/>
      </a:dk2>
      <a:lt2>
        <a:srgbClr val="D9D9D9"/>
      </a:lt2>
      <a:accent1>
        <a:srgbClr val="FBCE07"/>
      </a:accent1>
      <a:accent2>
        <a:srgbClr val="DD1D21"/>
      </a:accent2>
      <a:accent3>
        <a:srgbClr val="003C88"/>
      </a:accent3>
      <a:accent4>
        <a:srgbClr val="641964"/>
      </a:accent4>
      <a:accent5>
        <a:srgbClr val="008443"/>
      </a:accent5>
      <a:accent6>
        <a:srgbClr val="EB8705"/>
      </a:accent6>
      <a:hlink>
        <a:srgbClr val="000000"/>
      </a:hlink>
      <a:folHlink>
        <a:srgbClr val="000000"/>
      </a:folHlink>
    </a:clrScheme>
    <a:fontScheme name="Shell Font Theme">
      <a:majorFont>
        <a:latin typeface="ShellBold"/>
        <a:ea typeface=""/>
        <a:cs typeface=""/>
      </a:majorFont>
      <a:minorFont>
        <a:latin typeface="Shell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lgn="ctr">
          <a:noFill/>
          <a:miter lim="800000"/>
          <a:headEnd/>
          <a:tailEnd/>
        </a:ln>
      </a:spPr>
      <a:bodyPr vert="horz" wrap="square" lIns="0" tIns="0" rIns="0" bIns="0" numCol="1" rtlCol="0" anchor="t" anchorCtr="0" compatLnSpc="1">
        <a:prstTxWarp prst="textNoShape">
          <a:avLst/>
        </a:prstTxWarp>
        <a:spAutoFit/>
      </a:bodyPr>
      <a:lstStyle>
        <a:defPPr marL="201613" indent="-201613" defTabSz="357708">
          <a:lnSpc>
            <a:spcPct val="140000"/>
          </a:lnSpc>
          <a:buClr>
            <a:schemeClr val="accent2"/>
          </a:buClr>
          <a:buSzPct val="85000"/>
          <a:buFont typeface="Wingdings" panose="05000000000000000000" pitchFamily="2" charset="2"/>
          <a:buChar char=""/>
          <a:defRPr sz="1600" dirty="0" err="1" smtClean="0"/>
        </a:defPPr>
      </a:lstStyle>
    </a:txDef>
  </a:objectDefaults>
  <a:extraClrSchemeLst/>
  <a:custClrLst>
    <a:custClr name="Shell-yellow">
      <a:srgbClr val="FBCE07"/>
    </a:custClr>
    <a:custClr name="Shell-yellow-60%">
      <a:srgbClr val="FDE26A"/>
    </a:custClr>
    <a:custClr name="Shell-yellow-40%">
      <a:srgbClr val="FDEB9C"/>
    </a:custClr>
    <a:custClr name="Shell-yellow-20%">
      <a:srgbClr val="FEF5CD"/>
    </a:custClr>
    <a:custClr name="Shell-yellow-20%">
      <a:srgbClr val="FEF5CD"/>
    </a:custClr>
    <a:custClr name="Shell-red">
      <a:srgbClr val="DD1D21"/>
    </a:custClr>
    <a:custClr name="Shell-red-60%">
      <a:srgbClr val="EB777A"/>
    </a:custClr>
    <a:custClr name="Shell-red-40%">
      <a:srgbClr val="F1A5A6"/>
    </a:custClr>
    <a:custClr name="Shell-red-20%">
      <a:srgbClr val="F8D2D3"/>
    </a:custClr>
    <a:custClr name="Shell-white">
      <a:srgbClr val="FFFFFF"/>
    </a:custClr>
    <a:custClr name="Shell-black">
      <a:srgbClr val="000000"/>
    </a:custClr>
    <a:custClr name="Shell-very dark grey">
      <a:srgbClr val="404040"/>
    </a:custClr>
    <a:custClr name="Shell-dark grey">
      <a:srgbClr val="595959"/>
    </a:custClr>
    <a:custClr name="Shell-mid grey">
      <a:srgbClr val="7F7F7F"/>
    </a:custClr>
    <a:custClr name="Shell-light grey">
      <a:srgbClr val="A6A6A6"/>
    </a:custClr>
    <a:custClr name="Shell-pale grey">
      <a:srgbClr val="D9D9D9"/>
    </a:custClr>
    <a:custClr name="Shell-very pale grey">
      <a:srgbClr val="F7F7F7"/>
    </a:custClr>
    <a:custClr name="Shell-dark blue">
      <a:srgbClr val="003C88"/>
    </a:custClr>
    <a:custClr name="Shell-dark blue-60%">
      <a:srgbClr val="668AB8"/>
    </a:custClr>
    <a:custClr name="Shell-dark blue-40%">
      <a:srgbClr val="99B1CF"/>
    </a:custClr>
    <a:custClr name="Shell-dark blue-20%">
      <a:srgbClr val="CCD8E7"/>
    </a:custClr>
    <a:custClr name="Shell-mid blue">
      <a:srgbClr val="009EB4"/>
    </a:custClr>
    <a:custClr name="Shell-mid blue-60%">
      <a:srgbClr val="66C5D2"/>
    </a:custClr>
    <a:custClr name="Shell-mid blue-40%">
      <a:srgbClr val="99D8E1"/>
    </a:custClr>
    <a:custClr name="Shell-mid blue-20%">
      <a:srgbClr val="CCECF0"/>
    </a:custClr>
    <a:custClr name="Shell-light blue">
      <a:srgbClr val="89CFDC"/>
    </a:custClr>
    <a:custClr name="Shell-light blue-60%">
      <a:srgbClr val="B8E2EA"/>
    </a:custClr>
    <a:custClr name="Shell-light blue-40%">
      <a:srgbClr val="D0ECF1"/>
    </a:custClr>
    <a:custClr name="Shell-light blue-20%">
      <a:srgbClr val="E7F5F8"/>
    </a:custClr>
    <a:custClr name="Shell-light green">
      <a:srgbClr val="BED50F"/>
    </a:custClr>
    <a:custClr name="Shell-light green-60%">
      <a:srgbClr val="D8E66F"/>
    </a:custClr>
    <a:custClr name="Shell-light green-40%">
      <a:srgbClr val="E5EE9F"/>
    </a:custClr>
    <a:custClr name="Shell-light green-20%">
      <a:srgbClr val="F2F7CF"/>
    </a:custClr>
    <a:custClr name="Shell-dark green">
      <a:srgbClr val="008443"/>
    </a:custClr>
    <a:custClr name="Shell-dark green-60%">
      <a:srgbClr val="66B58E"/>
    </a:custClr>
    <a:custClr name="Shell-dark green-40%">
      <a:srgbClr val="99CEB4"/>
    </a:custClr>
    <a:custClr name="Shell-dark green-20%">
      <a:srgbClr val="CCE6D9"/>
    </a:custClr>
    <a:custClr name="Shell-purple">
      <a:srgbClr val="641964"/>
    </a:custClr>
    <a:custClr name="Shell-purple-60%">
      <a:srgbClr val="A275A2"/>
    </a:custClr>
    <a:custClr name="Shell-purple-40%">
      <a:srgbClr val="C1A3C1"/>
    </a:custClr>
    <a:custClr name="Shell-purple-20%">
      <a:srgbClr val="E0D1E0"/>
    </a:custClr>
    <a:custClr name="Shell-lilac">
      <a:srgbClr val="BA95BE"/>
    </a:custClr>
    <a:custClr name="Shell-lilac-60%">
      <a:srgbClr val="D6BFD8"/>
    </a:custClr>
    <a:custClr name="Shell-lilac-40%">
      <a:srgbClr val="E3D5E5"/>
    </a:custClr>
    <a:custClr name="Shell-orange">
      <a:srgbClr val="EB8705"/>
    </a:custClr>
    <a:custClr name="Shell-orange-60%">
      <a:srgbClr val="F3B769"/>
    </a:custClr>
    <a:custClr name="Shell-orange-40%">
      <a:srgbClr val="F7CF9B"/>
    </a:custClr>
    <a:custClr name="Shell-brown">
      <a:srgbClr val="743410"/>
    </a:custClr>
    <a:custClr name="Shell-brown-60%">
      <a:srgbClr val="AC8570"/>
    </a:custClr>
    <a:custClr name="Shell-brown-40%">
      <a:srgbClr val="C7AE9F"/>
    </a:custClr>
    <a:custClr name="Shell-sand">
      <a:srgbClr val="FFEAC2"/>
    </a:custClr>
  </a:custClrLst>
  <a:extLst>
    <a:ext uri="{05A4C25C-085E-4340-85A3-A5531E510DB2}">
      <thm15:themeFamily xmlns:thm15="http://schemas.microsoft.com/office/thememl/2012/main" name="Onscreen;2057;Pos1;Date1;Widescreen Shell template - 16x9.potx" id="{F99105CB-A4F5-413F-A47E-DB01C9EA953F}" vid="{8469B93A-448D-4F50-A8E8-884986DC6B4E}"/>
    </a:ext>
  </a:extLst>
</a:theme>
</file>

<file path=ppt/theme/theme3.xml><?xml version="1.0" encoding="utf-8"?>
<a:theme xmlns:a="http://schemas.openxmlformats.org/drawingml/2006/main" name="Office Theme">
  <a:themeElements>
    <a:clrScheme name="Shell Colour Palette">
      <a:dk1>
        <a:srgbClr val="404040"/>
      </a:dk1>
      <a:lt1>
        <a:srgbClr val="FFFFFF"/>
      </a:lt1>
      <a:dk2>
        <a:srgbClr val="A6A6A6"/>
      </a:dk2>
      <a:lt2>
        <a:srgbClr val="D9D9D9"/>
      </a:lt2>
      <a:accent1>
        <a:srgbClr val="FBCE07"/>
      </a:accent1>
      <a:accent2>
        <a:srgbClr val="DD1D21"/>
      </a:accent2>
      <a:accent3>
        <a:srgbClr val="003C88"/>
      </a:accent3>
      <a:accent4>
        <a:srgbClr val="641964"/>
      </a:accent4>
      <a:accent5>
        <a:srgbClr val="008443"/>
      </a:accent5>
      <a:accent6>
        <a:srgbClr val="EB8705"/>
      </a:accent6>
      <a:hlink>
        <a:srgbClr val="000000"/>
      </a:hlink>
      <a:folHlink>
        <a:srgbClr val="000000"/>
      </a:folHlink>
    </a:clrScheme>
    <a:fontScheme name="Office">
      <a:majorFont>
        <a:latin typeface="ShellMedium"/>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ShellMedium"/>
        <a:ea typeface=""/>
        <a:cs typeface=""/>
        <a:font script="Jpan" typeface="ＭＳ Ｐゴシック"/>
        <a:font script="Hang" typeface="맑은 고딕"/>
        <a:font script="Hans" typeface="宋体"/>
        <a:font script="Hant" typeface="新細明體"/>
        <a:font script="Arab" typeface="ShellMedium"/>
        <a:font script="Hebr" typeface="Shell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ShellMedium"/>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Shell Colour Palette">
      <a:dk1>
        <a:srgbClr val="404040"/>
      </a:dk1>
      <a:lt1>
        <a:srgbClr val="FFFFFF"/>
      </a:lt1>
      <a:dk2>
        <a:srgbClr val="A6A6A6"/>
      </a:dk2>
      <a:lt2>
        <a:srgbClr val="D9D9D9"/>
      </a:lt2>
      <a:accent1>
        <a:srgbClr val="FBCE07"/>
      </a:accent1>
      <a:accent2>
        <a:srgbClr val="DD1D21"/>
      </a:accent2>
      <a:accent3>
        <a:srgbClr val="003C88"/>
      </a:accent3>
      <a:accent4>
        <a:srgbClr val="641964"/>
      </a:accent4>
      <a:accent5>
        <a:srgbClr val="008443"/>
      </a:accent5>
      <a:accent6>
        <a:srgbClr val="EB8705"/>
      </a:accent6>
      <a:hlink>
        <a:srgbClr val="000000"/>
      </a:hlink>
      <a:folHlink>
        <a:srgbClr val="000000"/>
      </a:folHlink>
    </a:clrScheme>
    <a:fontScheme name="Office">
      <a:majorFont>
        <a:latin typeface="ShellMedium"/>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ShellMedium"/>
        <a:ea typeface=""/>
        <a:cs typeface=""/>
        <a:font script="Jpan" typeface="ＭＳ Ｐゴシック"/>
        <a:font script="Hang" typeface="맑은 고딕"/>
        <a:font script="Hans" typeface="宋体"/>
        <a:font script="Hant" typeface="新細明體"/>
        <a:font script="Arab" typeface="ShellMedium"/>
        <a:font script="Hebr" typeface="Shell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ShellMedium"/>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Shell Document" ma:contentTypeID="0x0101006F0A470EEB1140E7AA14F4CE8A50B54C0001CB1477F4DD432AA86DD56CC3887AF4006964AA4FBBF5D242AEF56EF9FBDB4DFF" ma:contentTypeVersion="15" ma:contentTypeDescription="Shell Document Content Type" ma:contentTypeScope="" ma:versionID="c05adc3aa6e2a0818745eaacccf431da">
  <xsd:schema xmlns:xsd="http://www.w3.org/2001/XMLSchema" xmlns:xs="http://www.w3.org/2001/XMLSchema" xmlns:p="http://schemas.microsoft.com/office/2006/metadata/properties" xmlns:ns1="http://schemas.microsoft.com/sharepoint/v3" xmlns:ns2="a4c4732f-6284-4590-a107-8640ba5357db" xmlns:ns3="8f8d4e08-cd18-49a2-ba00-a57c862bcc91" targetNamespace="http://schemas.microsoft.com/office/2006/metadata/properties" ma:root="true" ma:fieldsID="6c3632cd9e859982e5422abe761076e0" ns1:_="" ns2:_="" ns3:_="">
    <xsd:import namespace="http://schemas.microsoft.com/sharepoint/v3"/>
    <xsd:import namespace="a4c4732f-6284-4590-a107-8640ba5357db"/>
    <xsd:import namespace="8f8d4e08-cd18-49a2-ba00-a57c862bcc91"/>
    <xsd:element name="properties">
      <xsd:complexType>
        <xsd:sequence>
          <xsd:element name="documentManagement">
            <xsd:complexType>
              <xsd:all>
                <xsd:element ref="ns2:_dlc_DocId" minOccurs="0"/>
                <xsd:element ref="ns2:_dlc_DocIdUrl" minOccurs="0"/>
                <xsd:element ref="ns2:_dlc_DocIdPersistId" minOccurs="0"/>
                <xsd:element ref="ns1:SAEFSecurityClassificationTaxHTField0" minOccurs="0"/>
                <xsd:element ref="ns2:ice2f7984e9548f9a31773f854109466" minOccurs="0"/>
                <xsd:element ref="ns2:TaxCatchAll" minOccurs="0"/>
                <xsd:element ref="ns2:TaxCatchAllLabel" minOccurs="0"/>
                <xsd:element ref="ns2:SAEFCountryOfJurisdictionTaxHTField0"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SAEFSecurityClassificationTaxHTField0" ma:index="11" nillable="true" ma:displayName="Security Classification_0" ma:hidden="true" ma:internalName="SAEFSecurityClassificationTaxHTField0">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c4732f-6284-4590-a107-8640ba5357d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ice2f7984e9548f9a31773f854109466" ma:index="12" ma:taxonomy="true" ma:internalName="ice2f7984e9548f9a31773f854109466" ma:taxonomyFieldName="SAEFSecurityClassification" ma:displayName="Security Classification" ma:default="1;#Internal|21aa7f98-4035-4019-a764-107acb7269af" ma:fieldId="{2ce2f798-4e95-48f9-a317-73f854109466}" ma:sspId="e3aebf70-341c-4d91-bdd3-aba9df361687" ma:termSetId="daf890f0-167e-4ee2-a9fd-a81536ed8167" ma:anchorId="00000000-0000-0000-0000-000000000000" ma:open="false" ma:isKeyword="false">
      <xsd:complexType>
        <xsd:sequence>
          <xsd:element ref="pc:Terms" minOccurs="0" maxOccurs="1"/>
        </xsd:sequence>
      </xsd:complexType>
    </xsd:element>
    <xsd:element name="TaxCatchAll" ma:index="13" nillable="true" ma:displayName="Taxonomy Catch All Column" ma:hidden="true" ma:list="{2c783e1c-f2aa-4803-80ad-4795e2108933}" ma:internalName="TaxCatchAll" ma:showField="CatchAllData" ma:web="a4c4732f-6284-4590-a107-8640ba5357db">
      <xsd:complexType>
        <xsd:complexContent>
          <xsd:extension base="dms:MultiChoiceLookup">
            <xsd:sequence>
              <xsd:element name="Value" type="dms:Lookup" maxOccurs="unbounded" minOccurs="0" nillable="true"/>
            </xsd:sequence>
          </xsd:extension>
        </xsd:complexContent>
      </xsd:complexType>
    </xsd:element>
    <xsd:element name="TaxCatchAllLabel" ma:index="14" nillable="true" ma:displayName="Taxonomy Catch All Column1" ma:hidden="true" ma:list="{2c783e1c-f2aa-4803-80ad-4795e2108933}" ma:internalName="TaxCatchAllLabel" ma:readOnly="true" ma:showField="CatchAllDataLabel" ma:web="a4c4732f-6284-4590-a107-8640ba5357db">
      <xsd:complexType>
        <xsd:complexContent>
          <xsd:extension base="dms:MultiChoiceLookup">
            <xsd:sequence>
              <xsd:element name="Value" type="dms:Lookup" maxOccurs="unbounded" minOccurs="0" nillable="true"/>
            </xsd:sequence>
          </xsd:extension>
        </xsd:complexContent>
      </xsd:complexType>
    </xsd:element>
    <xsd:element name="SAEFCountryOfJurisdictionTaxHTField0" ma:index="16" nillable="true" ma:displayName="Country of Jurisdiction_0" ma:hidden="true" ma:internalName="SAEFCountryOfJurisdictionTaxHTField0"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f8d4e08-cd18-49a2-ba00-a57c862bcc91" elementFormDefault="qualified">
    <xsd:import namespace="http://schemas.microsoft.com/office/2006/documentManagement/types"/>
    <xsd:import namespace="http://schemas.microsoft.com/office/infopath/2007/PartnerControls"/>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e3aebf70-341c-4d91-bdd3-aba9df361687" ma:termSetId="09814cd3-568e-fe90-9814-8d621ff8fb84" ma:anchorId="fba54fb3-c3e1-fe81-a776-ca4b69148c4d" ma:open="true" ma:isKeyword="false">
      <xsd:complexType>
        <xsd:sequence>
          <xsd:element ref="pc:Terms" minOccurs="0" maxOccurs="1"/>
        </xsd:sequence>
      </xsd:complexType>
    </xsd:element>
    <xsd:element name="MediaServiceOCR" ma:index="24" nillable="true" ma:displayName="Extracted Text" ma:internalName="MediaServiceOCR" ma:readOnly="true">
      <xsd:simpleType>
        <xsd:restriction base="dms:Note">
          <xsd:maxLength value="255"/>
        </xsd:restriction>
      </xsd:simpleType>
    </xsd:element>
    <xsd:element name="MediaServiceLocation" ma:index="25"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AEFSecurityClassificationTaxHTField0 xmlns="http://schemas.microsoft.com/sharepoint/v3">Internal|21aa7f98-4035-4019-a764-107acb7269af</SAEFSecurityClassificationTaxHTField0>
    <TaxCatchAll xmlns="a4c4732f-6284-4590-a107-8640ba5357db">
      <Value>4</Value>
      <Value>1</Value>
    </TaxCatchAll>
    <ice2f7984e9548f9a31773f854109466 xmlns="a4c4732f-6284-4590-a107-8640ba5357db">
      <Terms xmlns="http://schemas.microsoft.com/office/infopath/2007/PartnerControls">
        <TermInfo xmlns="http://schemas.microsoft.com/office/infopath/2007/PartnerControls">
          <TermName xmlns="http://schemas.microsoft.com/office/infopath/2007/PartnerControls">Internal</TermName>
          <TermId xmlns="http://schemas.microsoft.com/office/infopath/2007/PartnerControls">21aa7f98-4035-4019-a764-107acb7269af</TermId>
        </TermInfo>
      </Terms>
    </ice2f7984e9548f9a31773f854109466>
    <_dlc_DocId xmlns="a4c4732f-6284-4590-a107-8640ba5357db">CQXH7DRUC2XE-987832995-6732998</_dlc_DocId>
    <_dlc_DocIdUrl xmlns="a4c4732f-6284-4590-a107-8640ba5357db">
      <Url>https://eu001-sp.shell.com/sites/SPO004364/_layouts/15/DocIdRedir.aspx?ID=CQXH7DRUC2XE-987832995-6732998</Url>
      <Description>CQXH7DRUC2XE-987832995-6732998</Description>
    </_dlc_DocIdUrl>
    <SAEFCountryOfJurisdictionTaxHTField0 xmlns="a4c4732f-6284-4590-a107-8640ba5357db">NETHERLANDS|54565ecb-470f-40ea-a584-819150a65a13</SAEFCountryOfJurisdictionTaxHTField0>
    <lcf76f155ced4ddcb4097134ff3c332f xmlns="8f8d4e08-cd18-49a2-ba00-a57c862bcc91">
      <Terms xmlns="http://schemas.microsoft.com/office/infopath/2007/PartnerControls"/>
    </lcf76f155ced4ddcb4097134ff3c332f>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8FF063-6132-4273-A330-3A1B2BFB43A2}">
  <ds:schemaRefs>
    <ds:schemaRef ds:uri="8f8d4e08-cd18-49a2-ba00-a57c862bcc91"/>
    <ds:schemaRef ds:uri="a4c4732f-6284-4590-a107-8640ba5357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B161634-D255-44E2-AE6B-B3907BBFB8DD}">
  <ds:schemaRefs>
    <ds:schemaRef ds:uri="8f8d4e08-cd18-49a2-ba00-a57c862bcc91"/>
    <ds:schemaRef ds:uri="a4c4732f-6284-4590-a107-8640ba5357d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CA70164-D66C-444A-9F00-F2D382910C32}">
  <ds:schemaRefs>
    <ds:schemaRef ds:uri="http://schemas.microsoft.com/sharepoint/events"/>
  </ds:schemaRefs>
</ds:datastoreItem>
</file>

<file path=customXml/itemProps4.xml><?xml version="1.0" encoding="utf-8"?>
<ds:datastoreItem xmlns:ds="http://schemas.openxmlformats.org/officeDocument/2006/customXml" ds:itemID="{FC468C18-B735-4184-B647-60A96F802C2C}">
  <ds:schemaRefs>
    <ds:schemaRef ds:uri="http://schemas.microsoft.com/sharepoint/v3/contenttype/forms"/>
  </ds:schemaRefs>
</ds:datastoreItem>
</file>

<file path=docMetadata/LabelInfo.xml><?xml version="1.0" encoding="utf-8"?>
<clbl:labelList xmlns:clbl="http://schemas.microsoft.com/office/2020/mipLabelMetadata">
  <clbl:label id="{d0cb1e24-a0e2-4a4c-9340-733297c9cd7c}" enabled="1" method="Privileged" siteId="{db1e96a8-a3da-442a-930b-235cac24cd5c}" removed="0"/>
</clbl:labelList>
</file>

<file path=docProps/app.xml><?xml version="1.0" encoding="utf-8"?>
<Properties xmlns="http://schemas.openxmlformats.org/officeDocument/2006/extended-properties" xmlns:vt="http://schemas.openxmlformats.org/officeDocument/2006/docPropsVTypes">
  <Template>Onscreen;2057;Pos1;Date1;Widescreen Shell template - 16x9 V1-102</Template>
  <TotalTime>0</TotalTime>
  <Words>2059</Words>
  <Application>Microsoft Office PowerPoint</Application>
  <PresentationFormat>Widescreen</PresentationFormat>
  <Paragraphs>270</Paragraphs>
  <Slides>17</Slides>
  <Notes>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17</vt:i4>
      </vt:variant>
    </vt:vector>
  </HeadingPairs>
  <TitlesOfParts>
    <vt:vector size="29" baseType="lpstr">
      <vt:lpstr>ShellBookItalic</vt:lpstr>
      <vt:lpstr>Arial</vt:lpstr>
      <vt:lpstr>Wingdings</vt:lpstr>
      <vt:lpstr>Futura Medium</vt:lpstr>
      <vt:lpstr>ShellMedium</vt:lpstr>
      <vt:lpstr>ShellBold</vt:lpstr>
      <vt:lpstr>ShellHeavy</vt:lpstr>
      <vt:lpstr>ShellBook</vt:lpstr>
      <vt:lpstr>ShellLight</vt:lpstr>
      <vt:lpstr>Calibri</vt:lpstr>
      <vt:lpstr>Shell layouts with footer</vt:lpstr>
      <vt:lpstr>1_Shell layouts with footer</vt:lpstr>
      <vt:lpstr>ABAP AI Assistant</vt:lpstr>
      <vt:lpstr>PowerPoint Presentation</vt:lpstr>
      <vt:lpstr>SAFETY FIRST</vt:lpstr>
      <vt:lpstr>What Is This?  A purpose-built AI assistant for ABAP developers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Steps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ELT Connect - July</dc:title>
  <dc:subject>ELT meetings</dc:subject>
  <dc:creator>Owens, Elizabeth SITILTD-PTIY/ESA</dc:creator>
  <cp:keywords>ELT Connect</cp:keywords>
  <cp:lastModifiedBy>Singh, Suman SBOBNG-PTIY/AT/EC</cp:lastModifiedBy>
  <cp:revision>1</cp:revision>
  <dcterms:created xsi:type="dcterms:W3CDTF">2023-07-10T17:30:35Z</dcterms:created>
  <dcterms:modified xsi:type="dcterms:W3CDTF">2026-03-10T09:29:53Z</dcterms:modified>
  <cp:category>Shell_IC: MOST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izKit Template Type">
    <vt:lpwstr>Widescreen</vt:lpwstr>
  </property>
  <property fmtid="{D5CDD505-2E9C-101B-9397-08002B2CF9AE}" pid="3" name="WizKit Template Version">
    <vt:i4>6</vt:i4>
  </property>
  <property fmtid="{D5CDD505-2E9C-101B-9397-08002B2CF9AE}" pid="4" name="ContentTypeId">
    <vt:lpwstr>0x0101006F0A470EEB1140E7AA14F4CE8A50B54C0001CB1477F4DD432AA86DD56CC3887AF4006964AA4FBBF5D242AEF56EF9FBDB4DFF</vt:lpwstr>
  </property>
  <property fmtid="{D5CDD505-2E9C-101B-9397-08002B2CF9AE}" pid="5" name="MediaServiceImageTags">
    <vt:lpwstr/>
  </property>
  <property fmtid="{D5CDD505-2E9C-101B-9397-08002B2CF9AE}" pid="6" name="SAEFSecurityClassification">
    <vt:lpwstr>1;#Internal|21aa7f98-4035-4019-a764-107acb7269af</vt:lpwstr>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ice2f7984e9548f9a31773f8541094660">
    <vt:lpwstr>Internal|21aa7f98-4035-4019-a764-107acb7269af</vt:lpwstr>
  </property>
  <property fmtid="{D5CDD505-2E9C-101B-9397-08002B2CF9AE}" pid="11" name="_ExtendedDescription">
    <vt:lpwstr/>
  </property>
  <property fmtid="{D5CDD505-2E9C-101B-9397-08002B2CF9AE}" pid="12" name="TriggerFlowInfo">
    <vt:lpwstr/>
  </property>
  <property fmtid="{D5CDD505-2E9C-101B-9397-08002B2CF9AE}" pid="13" name="xd_Signature">
    <vt:bool>false</vt:bool>
  </property>
  <property fmtid="{D5CDD505-2E9C-101B-9397-08002B2CF9AE}" pid="14" name="_dlc_DocIdItemGuid">
    <vt:lpwstr>39d1b1a0-c9c8-4114-97e2-700a0765bc6a</vt:lpwstr>
  </property>
  <property fmtid="{D5CDD505-2E9C-101B-9397-08002B2CF9AE}" pid="15" name="SAEFCountryOfJurisdiction">
    <vt:lpwstr>4;#NETHERLANDS|54565ecb-470f-40ea-a584-819150a65a13</vt:lpwstr>
  </property>
</Properties>
</file>